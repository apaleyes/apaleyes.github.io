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4879" autoAdjust="0"/>
    <p:restoredTop sz="94660"/>
  </p:normalViewPr>
  <p:slideViewPr>
    <p:cSldViewPr snapToGrid="0">
      <p:cViewPr>
        <p:scale>
          <a:sx n="170" d="100"/>
          <a:sy n="170" d="100"/>
        </p:scale>
        <p:origin x="80" y="-1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3T02:29:37.229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778 1 0,'988'587'0,"-2498"-535"0,3020-104 0,-3275-326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29:42.295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 69,'21'-1,"-1"-2,1 0,34-10,-10 1,30-1,2 2,-1 4,88 3,-143 4,22-1,0 2,0 2,84 16,-28 6,-6-2,106 40,-172-52,1-1,33 7,-41-13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29:43.632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1339 29,'-33'-2,"-53"-8,-5-2,-343 7,249 7,148-2,16-2,0 2,0 1,0 0,1 2,-1 0,-29 9,29-6,-1-1,1 0,-1-2,0-1,0-1,-33-2,-38 3,82 0,2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29:45.895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 70,'10'-1,"-1"0,1-1,0-1,0 1,13-7,11-2,11 0,0 1,1 2,-1 2,64 1,20 4,108 3,-205 2,0 1,33 9,-4-1,-13 2,-39-11,0-1,0 0,0-1,0 0,11 1,110 8,-72-7,72-4,-86-1,-81 1,16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29:47.880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959 86,'-14'-1,"1"-1,-1 0,-18-5,-11-2,-248-47,238 51,-1 2,-97 7,137-3,-1 2,1 0,0 1,0 0,-19 9,15-5,-1-2,-19 5,4 2,30-11,0 0,0 0,1-1,-1 1,0-1,-1 0,1 0,0 0,0 0,0-1,-1 0,1 0,0 0,-9-1,13 1,-1 0,1 0,-1-1,1 1,-1 0,1 0,-1 0,1 0,-1-1,1 1,0 0,-1 0,1-1,-1 1,1 0,0-1,-1 1,1-1,0 1,-1 0,1-1,0 1,0-1,-1 1,1-1,0 1,0-1,0 1,0 0,-1-2,2 1,-1 0,1 1,-1-1,1 0,-1 0,1 1,0-1,-1 0,1 1,0-1,-1 1,1-1,0 1,0-1,1 0,32-12,-1 6,-1 1,1 2,0 1,1 1,45 5,-5-2,-63 0,-1 0,1 1,0 0,18 7,20 4,-48-13,1 0,-1 1,1-1,0 1,-1-1,1 1,-1 0,1-1,-1 1,3 2,2 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29:50.719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 82,'26'0,"1"-1,-1-1,0-1,44-12,-37 8,0 1,0 2,0 1,61 3,-85 0,2 0,1-2,19-3,21-1,18 7,51-2,-72-6,-28 4,31-1,370 4,-356-7,-46 4,29 0,59 3,-96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29:53.584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1407 1,'0'18,"1"-7,-1 1,0 0,-1-1,-1 1,-3 15,4-25,0 1,0 0,0-1,0 1,-1-1,1 1,-1-1,0 0,1 1,-1-1,0 0,0 0,-1 0,1-1,0 1,-1 0,1-1,0 1,-1-1,0 0,1 0,-1 0,0 0,0-1,1 1,-1-1,-4 1,-150-1,71-2,-36 1,-123 3,173 3,-63 3,0 2,96-6,0 3,26-5,0 0,-17 1,18-2,0 0,0 1,-24 7,23-5,0-1,0 0,-16 0,-7-3,26-1,1 0,-1 1,1 1,-20 3,21-1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3T02:29:57.899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0 55 0,'924'-54'0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3T02:30:02.861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27 1726 0,'-27'-1726'0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3T02:30:07.139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0 979 0,'0'-978'0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30:10.688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152 28,'0'-2,"-3"-1,-2 0,-3 0,-3 2,-1-3,-2 1,1 0,-2 1,1 0,0 1,0 1,3 2,2 3,4 4,2-1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30:27.761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1181 2236,'-1'0,"-303"-4,1-22,226 18,-129 5,130 3,55-3,21 3,0 0,0 0,-1 0,1 0,0 0,0 0,0 0,0 0,-1 0,1-1,0 1,0 0,0 0,0 0,-1 0,1 0,0-1,0 1,0 0,0 0,0 0,0 0,0-1,0 1,0 0,0 0,-1 0,1-1,0 1,0 0,0 0,0 0,0-1,0 1,0 0,1 0,-1 0,0-1,0 1,0 0,0 0,0 0,0-1,2-1,1 0,-1 1,1-1,-1 0,1 1,0 0,0-1,0 1,-1 0,1 1,0-1,4 0,55-11,0 3,70-1,138 2,502 47,-516-8,257 66,-419-74,-1 5,-1 4,-2 3,163 90,-145-58,51 28,-129-73,-29-22,-1 1,1-1,-1 0,1 1,-1-1,1 0,-1 1,1-1,-1 1,0-1,1 1,-1-1,1 1,-1-1,0 1,0-1,1 1,-1-1,0 1,0 0,0-1,0 1,0-1,0 1,0 0,0-1,0 1,0 0,0-1,0 1,0-1,0 1,0 0,-1-1,1 1,0-1,0 1,-1-1,1 1,0-1,-1 1,1-1,-1 1,1-1,-1 1,1-1,-1 0,1 1,-1-1,1 0,-1 0,1 1,-1-1,1 0,-1 0,0 0,0 1,-6 1,-1-1,1 1,-1-1,1-1,-1 1,1-1,-1-1,1 1,-1-1,-10-3,-10 0,-138-25,-81-25,-519-163,17-82,422 131,261 133,64 34,0 0,-1 0,1 0,0 0,-1 0,1 0,-1 1,1-1,-5 1,7 0,0 0,-1 0,1 0,0 0,-1 0,1 0,0 0,0 0,-1 0,1 1,0-1,-1 0,1 0,0 0,0 0,0 1,-1-1,1 0,0 0,0 0,0 1,-1-1,1 0,0 0,0 1,0-1,0 0,0 1,0-1,-1 1,6 17,9 5,1 0,1 0,1-2,29 29,-17-19,125 139,233 270,-382-434,-1 1,1 0,-2 0,1 0,-1 0,0 0,0 1,-1 0,0-1,-1 1,2 10,-2 8,-2 54,-1-56,1-13,0 0,0 1,-2-1,1 0,-1 0,-1-1,0 1,-1-1,0 1,0-1,-1-1,0 1,-10 10,6-9,-2 0,1 0,-1-1,-1-1,0 0,0 0,-1-1,1-1,-17 6,-18 5,-1-1,0-3,-1-2,-1-2,1-3,-1-1,-1-3,1-2,-100-11,135 7,0 0,0-1,0-1,1 0,-1-2,1 1,1-2,-16-9,23 12,0-1,0 1,0-1,1-1,-1 1,2-1,-1 0,1 0,0-1,0 0,1 0,0 0,1 0,0 0,0-1,-2-10,1-8,2 0,0 0,2 0,1 0,1 1,1-1,2 0,1 1,14-43,-6 31,2 0,1 1,2 2,1 0,45-58,-57 83,0 0,1 0,0 1,0 1,1-1,13-7,-20 14,0 0,0 0,1 1,-1 0,0-1,0 1,1 0,-1 1,1-1,-1 0,1 1,-1 0,1 0,-1 0,1 0,-1 1,1-1,-1 1,1 0,-1 0,0 0,0 0,1 1,-1-1,0 1,5 3,4 6,0 0,0 1,-1 0,0 1,-1 0,-1 0,0 1,-1 1,0-1,11 32,10 3,-42-104,-13-62,-7-80,-78-629,59-21,56 481,0 94,-5 329,-13 84,-11 36,-16 124,-94 712,27 18,96-834,12-177,5 32,0 0,-5-50,1-1,-1 0,0 0,0 1,-1-1,1 0,0 1,0-1,0 0,-1 0,1 1,-1-1,1 0,-1 0,1 0,-1 0,0 0,0 0,1 0,-1 0,0 0,0 0,0 0,0 0,0 0,0-1,-2 2,2-2,0 0,0 0,0 0,0-1,0 1,0 0,0 0,0-1,0 1,0 0,0-1,0 1,0-1,0 0,0 1,0-1,0 0,0 1,0-1,1 0,-1 0,0 0,1 0,-1 0,1 0,-1 0,1 0,-1 0,1 0,-1 0,1 0,0 0,0-1,-6-18,0 0,2-1,-3-35,6 43,-7-94,8-128,11-65,158-1322,-156 1552,-1 8,-3 1,-3-2,-1-73,-5 92,0 17,-2 53,-1-2,0 0,-10 29,0 6,-202 1429,204-1058,9-415,2-15,0 0,0 0,0 1,-1-1,1 0,0 0,0 0,0 0,0 0,0 1,0-1,-1 0,1 0,0 0,0 0,0 0,0 0,-1 0,1 0,0 0,0 0,0 0,-1 1,1-1,0 0,0 0,0 0,0 0,-1 0,1-1,0 1,0 0,0 0,-1 0,1 0,0 0,-1-1,0 0,0 0,0 0,0-1,0 1,0 0,0 0,0-1,1 1,-1 0,0-1,1 1,0-1,-1 1,1-1,0-1,-4-29,1 0,2-42,1 24,23-994,-5 453,-15 536,-1 29,-1 0,-1-1,-1 1,-2 0,-7-35,9 58,0-1,0 0,-1 1,0-1,0 1,0 0,0-1,0 1,-4-3,6 5,0 1,-1-1,1 1,-1 0,1-1,-1 1,0 0,1-1,-1 1,1 0,-1 0,0-1,1 1,-1 0,1 0,-1 0,0 0,1 0,-1 0,0 0,1 0,-1 0,0 0,-1 1,1 0,0 0,0-1,0 1,0 0,0 0,0 0,0 0,0 0,0 0,1 0,-1 1,0-1,1 0,-2 3,-3 12,-1 0,2 1,0 0,2 0,-3 33,0 1,-113 1138,116-1160,-19 529,17-535,-1-20,-1-15,3 3,1-1,1 0,-1-10,2 18,-3-32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30:29.209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883 474,'-45'-36,"-1"1,-100-58,81 54,-176-112,211 134,-1 1,-35-14,28 14,23 10,0 1,0 0,0 1,-1 0,-31-2,31 1,-9-1,25 6,-1 0,1 0,0 0,-1 0,1 0,-1 0,1 0,0 1,-1-1,1 0,-1 0,1 0,0 0,-1 1,1-1,0 0,-1 0,1 0,0 1,-1-1,1 0,0 1,-1-1,1 0,0 1,0-1,0 0,-1 1,1-1,0 1,0-1,0 0,0 1,0-1,0 1,0-1,0 0,0 1,0-1,0 1,0-1,0 1,0-1,0 0,0 1,2 8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30:34.619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0 1112,'3'-3,"0"1,1 0,-1 0,0 0,0 1,1-1,-1 1,8-2,3-2,68-22,2 3,116-17,180 5,-264 35,0 5,0 5,-1 5,135 33,333 75,-582-122,498 107,-357-70,86 18,-138-37,-25-5,1-2,94 4,-156-16,1 1,0 0,0 1,0-1,-1 1,1 0,0 0,6 3,-12-3,1-1,-1 0,1 1,-1-1,1 1,-1-1,0 0,1 0,-1 1,0-1,1 0,-1 0,0 0,1 0,-1 0,0 0,1 0,-1 0,-1 0,-43 0,-1-2,1-3,-80-16,65 9,-739-158,328 64,395 91,-1 3,-1 3,-117 3,-122 21,215-6,-110 25,57 9,216-51,1 3,101 3,-94 3,8-2,85 3,-154-1,-1 1,1 0,-1 0,14 7,11 3,-3-3,-1 2,47 24,-51-24,0-1,0-1,26 6,80 12,-105-22,150 29,250 45,-393-74,34 5,70 2,-135-12,1 0,-1 0,0 0,0 0,0 0,1 0,-1 0,0 0,0-1,0 1,1 0,-1-1,0 1,0-1,0 1,0-1,0 0,0 1,0-1,0 0,0 0,0 0,0 0,-1 1,1-1,0 0,-1-1,1 1,0 0,-1 0,1 0,0-2,-1-3,1 0,-1 0,0 0,0 0,-1 1,-1-7,2 5,-51-252,30 165,-110-454,118 501,-2 1,-2 1,-40-74,46 100,-1 0,-1 1,-1 0,0 1,-1 0,-1 2,-1-1,0 2,-1 1,-23-14,29 20,8 4,-1 0,0 0,0 0,0 1,-11-3,15 5,-1-1,0 1,0 0,1 0,-1 0,0 0,0 1,1-1,-1 0,0 1,1-1,-1 1,0 0,1-1,-1 1,1 0,-1 0,1 0,0 0,-1 0,1 0,0 0,-2 3,-8 11,1 0,0 1,2 0,0 1,-10 27,7-14,-114 291,14-32,104-265,-6 16,12-38,0 0,1-1,-1 0,0 1,0-1,0 1,0-1,0 0,0 0,0 1,0-1,0 0,-1 0,1 0,0 0,-1-1,1 1,-1 0,-1 0,2-1,-1 0,1 0,-1 0,1-1,-1 1,1 0,0-1,-1 1,1-1,0 0,-1 1,1-1,0 0,0 0,-1 0,1 1,0-1,0-1,0 1,0 0,0 0,0 0,1 0,-1-1,-1-1,-17-38,17 37,-1-7,-1 0,2 0,-1 0,2 0,-1-20,4-59,-1 76,-1 4,1-1,1 1,0 0,0 0,1 0,0 1,1-1,0 1,1-1,-1 1,2 0,-1 1,1 0,1 0,0 0,0 0,0 1,1 0,0 1,0 0,0 0,19-9,1 2,0 1,1 2,0 0,1 2,0 1,0 2,0 1,1 1,0 1,52 5,-73-2,-1 0,1 1,-1 0,1 0,-1 1,0 1,0-1,0 2,0-1,-1 1,0 0,9 7,-8-3,0 0,0 0,-1 1,-1 0,1 0,-2 1,1 0,8 21,-6-11,-1 0,-1 1,-1 0,-1 0,4 38,-8-50,-1 1,0-1,0 1,-1-1,-1 1,1-1,-2 0,1 0,-2 1,1-2,-1 1,-1 0,1-1,-10 13,8-15,0-1,-1 1,1-1,-1-1,-1 1,1-1,-1 0,0-1,0 0,0 0,-1-1,-10 3,-8 1,0-1,-46 5,45-8,-1-2,0 0,0-2,-51-8,65 6,0-1,0 0,0-2,1 1,-1-2,1 0,1-1,-1 0,1-1,-16-14,-137-131,156 147,0 0,0 1,-1 0,0 1,0 0,0 0,-1 1,-15-3,-24-10,-26-9,49 18,0-2,-41-20,36 11,20 11,0 0,-1 1,0 1,0 0,-25-7,-5 4,-1 3,0 1,0 2,0 2,0 2,0 2,0 2,-48 12,29-5,-1-3,0-2,-109-4,134-3,29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30:38.418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150 3652,'0'-1413,"4"1591,9 0,67 339,-74-487,19 85,47 135,-71-249,-1 0,0 0,0 0,0 0,1-1,-1 1,0 0,1 0,-1-1,1 1,-1 0,1 0,-1-1,1 1,0-1,-1 1,1-1,0 1,-1-1,1 1,1 0,-1-1,-1 0,1-1,-1 1,1 0,-1 0,1-1,-1 1,1 0,-1-1,1 1,-1 0,1-1,-1 1,1-1,-1 1,0-1,1 1,-1-1,0 1,1-1,-1 1,0-2,16-41,-15 36,83-273,49-181,-119 406,8-29,15-117,-36 172,-2 24,1 0,0 0,0 0,0 0,1 1,0-1,0 0,3-9,-4 14,0-1,0 1,0-1,1 1,-1 0,0 0,0-1,0 1,1 0,-1-1,0 1,0 0,1 0,-1-1,0 1,0 0,1 0,-1-1,0 1,1 0,-1 0,0 0,1 0,-1 0,0 0,1-1,-1 1,1 0,-1 0,0 0,1 0,-1 0,1 1,10 8,4 20,-3 4,-3 1,-1 0,6 49,-8-42,1-2,8 51,-3 0,1 140,-13-228,0 0,0-1,-1 1,1 0,0-1,-1 1,1 0,-1-1,1 1,-1 0,0-1,0 1,0 1,0-3,0 0,1 1,-1-1,1 0,-1 0,0 1,1-1,-1 0,0 0,1 0,-1 0,0 0,1 0,-1 0,0 0,1 0,-1 0,1 0,-1-1,0 1,1 0,-1 0,0-1,1 1,-1 0,1-1,-1 1,1 0,-1-1,1 1,-1-1,1 1,-1-1,1 1,0-1,-1 1,1-2,-10-9,1 0,1 0,0-1,1 0,-8-18,-25-71,27 67,-21-70,4-1,5-2,5 0,-10-156,18-445,15 430,-4 180,1-77,-10 273,3-44,-24 172,-15 99,-213 1401,251-1689,-1 15,17-298,14-226,8 11,-25 292,2-171,-7-15,-1 363,0 0,0-1,-4 15,-2 7,-90 528,91-514,1 49,3-54,3-37,-1-1,0 1,0 0,0-1,0 1,0 0,0-1,0 1,-1 0,1 0,0-1,0 1,0 0,-1-1,1 1,0-1,-1 1,1 0,0-1,-2 2,-5-10,-6-24,5-13,3 0,1-1,4-78,-1 6,-9-832,10 699,-2 201,-11-62,1 17,0-1,5 49,-2-73,9 108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3T02:30:40.471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0 1942 0,'0'-1941'0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3T02:30:44.454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2 870 0,'0'-869'0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30:47.313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0 44,'30'-2,"0"0,31-8,-30 4,55-3,-16 10,-31 0,0-2,52-7,-47 3,0 2,72 4,-35 1,447-2,-419 8,-53-3,5 1,55 3,-101-9,0 1,17 4,27 2,63-7,-110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3T02:30:49.287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0 1 0,'1426'26'0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30:52.498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1987 2149,'-3'-5,"0"-1,0 1,0-1,0 1,1-1,0 0,1 0,-1 0,1-1,-1-8,-2-6,-41-249,6 31,23 163,-29-82,0 38,-6 2,-4 2,-132-200,125 214,-16-23,73 117,0 1,-1 0,0 0,0 0,0 1,-1 0,0 0,0 1,-1 0,1 0,-1 1,0 0,0 0,-1 1,1 0,-1 0,0 1,1 0,-1 1,0 0,0 0,0 1,0 0,-18 3,-17 4,-1 2,1 2,-51 20,-27 7,75-26,-64 9,95-19,1-1,0-1,-1 0,1-1,-1-1,1 0,0-1,-21-7,-47-20,-130-42,195 68,14 3,-1 0,0 0,1 0,-1 0,1-1,-1 0,1 0,0 0,0-1,0 1,0-1,0 0,1 0,-1 0,1 0,0-1,-6-7,-2-6,0-1,1 0,-11-29,18 40,1 0,0-1,0 1,0-1,1 1,0-1,1 0,0 1,0-1,1 0,-1 1,5-14,-4 17,0 0,1 1,0-1,-1 1,1-1,1 1,-1 0,0 0,1-1,0 2,0-1,0 0,0 1,0-1,0 1,1 0,-1 0,1 0,-1 1,1-1,0 1,-1 0,7-1,7-1,1 1,-1 1,1 0,19 2,-8 0,183-1,98 1,-166 11,203 43,-332-52,367 89,-363-87,0-1,1-1,-1-1,1-1,29-1,-37-1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30:54.153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934 1,'-14'1,"0"0,1 2,0 0,-1 0,-18 8,-4 1,-123 28,-214 27,314-62,-101-2,147-3,12 0,-1 0,1 0,0 0,0 0,-1 0,1 0,0 0,-1 0,1 0,0 1,0-1,-1 1,1-1,0 1,0-1,0 1,-1 0,1-1,0 1,0 0,0 0,0 0,1 0,-1 0,0 0,-1 1,2 0,-1 1,1-1,0 0,0 0,0 0,0 0,0 0,0 0,1 0,-1 0,1 0,0 0,-1 0,1 0,0 0,2 3,27 49,14 27,39 131,-19-44,-44-119,23 83,-42-128,0 1,0-1,1 1,-1-1,1 1,0-1,0 0,0 0,1 0,0 0,-1-1,1 1,1-1,-1 1,4 2,-7-6,1 0,-1 0,0 0,0-1,1 1,-1 0,0 0,0 0,1-1,-1 1,0 0,0 0,0-1,1 1,-1 0,0 0,0-1,0 1,0 0,0-1,1 1,-1 0,0 0,0-1,0 1,0 0,0-1,0 1,0 0,0-1,0 1,0 0,0-1,-1 1,2-15,-1 14,-1-40,1 29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30:58.603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1504 2106,'-19'-18,"-41"-27,20 15,-114-93,-168-121,-18 22,316 208,-32-14,31 17,-30-20,48 25,0-1,1 0,0 0,0-1,0 0,1 0,0 0,1 0,-6-17,1 6,-34-79,5-1,4-1,5-2,-30-194,56 260,1-1,4-51,-2-42,-2 114,-1 0,-1 0,-7-21,6 23,0 0,2-1,-1 0,0-17,3 25,1 0,0 0,1 0,2-13,-3 19,0 0,0 0,0 0,0 0,1 0,-1 0,1 1,-1-1,0 0,1 0,-1 0,1 1,0-1,-1 0,1 1,0-1,-1 0,1 1,0-1,0 1,-1-1,1 1,0-1,0 1,0 0,0 0,0-1,-1 1,1 0,0 0,0 0,0 0,0 0,0 0,0 0,0 0,0 0,0 0,0 0,-1 1,1-1,0 0,0 1,0-1,0 1,-1-1,3 2,29 16,41 31,-35-22,8 8,-2 3,69 74,-66-62,37 37,131 180,-213-263,10 11,16 33,-25-41,0 0,0 1,-1-1,0 1,-1-1,0 1,1 13,-2-17,1 7,-1-1,-3 21,2-27,0-1,0 1,0 0,0 0,-1-1,0 1,0-1,0 1,0-1,0 0,-4 4,-20 21,-2-1,-1-1,0-1,-2-2,-36 21,63-42,-1 0,1 0,-1 0,0-1,1 1,-1-1,0 0,0-1,-10 1,-42-8,33 3,22 4,0 0,1 0,-1 0,0 0,1 0,-1 1,1-1,-1 0,0 1,1 0,-1-1,1 1,0 0,-1 0,1 0,-1 0,1 0,0 0,0 0,0 0,0 0,0 1,0-1,0 0,-1 3,-3 5,0 0,1 0,-4 11,3-5,-65 143,-45 114,97-213,-6 12,25-77,0 3,-1 0,1 0,-1 0,1 1,0-1,0 0,0 1,1-1,1-2,3-2,1 0,0 0,0 1,1 0,0 1,0-1,0 2,1-1,10-4,11-2,45-11,-30 12,1 2,0 2,0 2,77 3,-154-3,0 0,0-3,0 0,-57-23,-15-3,55 18,34 10,-1 0,0 1,0 0,-1 2,-21-2,-19-2,44 4,0 1,-1 0,-24 1,20 2,7-2,0 1,0 0,1 1,-1 0,1 0,-1 1,1 1,-10 4,12-3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31:04.629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79 1,'-12'277,"0"-69,10 475,0-26,-2-599,-15 76,8-65,7-34,2 1,3 40,-2 42,-7-86,6-23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31:10.685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1510 2557,'-121'7,"23"-1,-543-5,506-12,95 7,39 4,0 0,0 0,0 0,0 0,0 0,0-1,0 1,0 0,0-1,0 1,0 0,0-1,0 1,1-1,-1 0,-1 0,2 1,0-1,0 1,-1-1,1 1,0 0,0-1,0 1,0-1,0 1,0-1,0 1,0-1,0 1,0 0,0-1,0 1,0-1,0 1,1-1,-1 1,0 0,0-1,0 1,1-1,-1 1,4-5,-1 0,1 1,1 0,6-6,2-3,7-15,8-10,28-18,127-97,81-22,-257 170,14-8,1 0,0 1,1 2,27-10,-43 19,1 0,-1 1,1-1,0 1,8 1,31-1,-44 0,-1 0,1-1,-1 1,0-1,1 0,-1 0,0 0,1 0,-1 0,0 0,0-1,0 1,0-1,0 1,2-3,-4 4,0 0,0-1,1 1,-1 0,0 0,0-1,0 1,1 0,-1 0,0-1,0 1,0 0,0-1,0 1,1 0,-1-1,0 1,0 0,0 0,0-1,0 1,0 0,0-1,0 1,0 0,0-1,0 1,-1 0,1-1,0 1,0 0,0-1,0 1,0 0,-1-1,-12-5,-21 4,-266 28,191-13,-134 0,171-21,48 5,-28-1,37 4,6 1,0-1,0 0,0 0,-11-3,19 3,0 0,0 0,0 0,0 0,0-1,-1 1,1 0,1-1,-1 1,0-1,0 1,0-1,0 0,0 1,0-1,1 0,-1 1,0-1,0 0,1 0,-1 0,1 0,-1 0,1 0,-1 0,1 0,-1 0,1 0,0 0,0 0,-1 0,1 0,0 0,0 0,0 0,0 0,0 0,1 0,-1 0,0 0,0 0,1 0,0-1,0-1,0 0,1 0,0 0,0 0,0 1,0-1,0 1,0 0,1-1,3-2,33-21,-21 15,50-31,103-45,-76 41,118-52,-41 27,-123 53,16-2,-44 14,0-1,25-11,-45 18,-1 0,0 0,0 0,1 0,-1 0,0 0,0-1,1 1,-1 0,0 0,0 0,0 0,1-1,-1 1,0 0,0 0,0-1,1 1,-1 0,0 0,0-1,0 1,0 0,0 0,0-1,0 1,0 0,0-1,0 1,0 0,0 0,0-1,0 1,-7-9,-20-4,24 11,-31-10,1 0,-59-11,27 8,-262-56,27 36,245 33,41 3,0-1,0 0,0-1,0-1,0 0,-23-8,36 9,-1 1,0-1,0 0,1 0,-1-1,1 1,-1 0,1 0,0-1,-1 1,1-1,0 1,0-1,0 1,0-1,0 0,0 1,1-1,-1 0,0 0,0-3,1 4,0 0,0-1,0 1,0 0,1 0,-1-1,0 1,0 0,1 0,-1 0,1 0,-1 0,1-1,-1 1,1 0,0 0,0 0,-1 0,1 1,0-1,0 0,0 0,0 0,0 1,0-1,0 0,0 1,0-1,1 1,-1 0,0-1,0 1,0 0,0-1,2 1,27-3,1 0,-1 2,57 6,-49-3,179 15,87 4,-296-20,92-3,-99 2,0 0,0 0,0 0,0 0,0 0,0 0,0 0,-1-1,1 1,0 0,0-1,0 1,0-1,0 1,-1-1,1 1,0-1,-1 1,1-1,0 0,-1 1,1-1,-1 0,1 0,-1 0,1 1,-1-1,1 0,-1 0,0 0,1 0,-1 0,0 0,0 1,0-1,0 0,0 0,0 0,0 0,0 0,0 0,0 0,0 0,-1 0,1 0,0 1,-1-1,1 0,-1 0,1 0,-2-1,0-3,-1-1,-1 1,1 0,-1 0,0 0,-7-6,-2-2,0-1,0 0,2-1,-18-28,16 22,-1 1,-1 1,-1 0,-19-18,26 29,1 1,-1 0,-1 1,0 0,0 1,0-1,0 2,-1-1,1 2,-1-1,-12-1,-47-3,-1 3,-128 7,78 1,73-2,-68-2,114 0,0 0,0 1,0-1,0 0,0 0,0 0,0 0,0-1,0 1,0 0,1-1,-1 1,0-1,1 0,0 0,-1 1,1-1,0 0,0 0,-2-4,-2-7,-1 0,-3-17,3 11,-1-3,0 0,2 0,0-1,-2-28,-19-200,22 227,0 1,-2-1,-16-42,15 47,4 13,0-1,-1 1,1-1,-1 1,-1 0,1 0,-1 1,-7-6,-14-20,25 30,0 0,0 0,0 0,0 0,0 0,0-1,1 1,-1 0,0 0,1-1,-1 1,1-1,-1 1,1-1,0 1,0 0,0-1,0 1,0-1,0 1,0-1,0 1,0-1,0 1,1-1,-1 1,1 0,-1-1,1 1,0 0,-1-1,1 1,0 0,0 0,0-1,0 1,0 0,0 0,0 0,0 0,1 1,-1-1,0 0,3-1,6-2,0 0,1 0,-1 1,22-4,-20 5,45-7,0 3,1 2,83 6,-39 0,-81-1,-1 1,0 1,0 1,20 7,42 8,5 1,-66-14,1-1,0-1,42 3,-22-7,-3 0,-1 1,48 8,233 44,-300-51,-11-2,0 0,1 1,-1 1,9 2,-16-4,0 0,0 0,0 1,0-1,0 0,0 1,0-1,-1 1,1-1,0 1,0-1,-1 1,1 0,0-1,-1 1,1 0,0-1,-1 1,1 0,-1 0,1 0,-1 0,0-1,1 1,-1 0,0 0,0 0,1 0,-1 0,0 0,0 0,0 0,0 0,0 0,0 0,-1 0,1 0,0-1,0 1,-1 0,1 0,-1 1,-2 2,0 1,0-1,0 0,0 0,-1-1,0 1,1-1,-9 5,-11 12,10-8,-1 0,-22 14,22-17,1 1,0 0,-17 19,21-18,1 0,0 0,1 1,0 0,1 1,-8 24,-19 86,3-11,26-99,1 1,1 0,0 0,0 0,1 0,1 0,1 0,4 27,1-5,3-1,15 44,-18-63,-2-2,1 0,10 18,-14-31,0 1,1-1,-1 1,1-1,-1 0,1 0,-1 0,1 0,0 0,-1 0,1 0,0 0,0 0,0-1,0 1,0-1,0 0,-1 1,5-1,43-2,-30 1,-4 1,0 2,21 3,-26-3,1 0,0-1,0 0,0-1,20-1,-31 1,1 0,-1 0,1-1,-1 1,1 0,-1 0,1 0,-1 0,1-1,-1 1,1 0,-1 0,0-1,1 1,-1 0,1-1,-1 1,0 0,1-1,-1 1,0-1,0 1,1-1,-1 1,0 0,0-1,0 1,1-1,-1 0,-4-17,-21-18,22 32,-64-96,42 60,-47-57,69 93,-31-36,-1 2,-49-39,66 65,-1 0,0 2,-1 0,0 1,-25-7,-37-17,63 23,1 2,-1 0,0 0,-1 2,0 1,0 0,0 2,0 0,-25 0,-4 3,-1 3,1 2,0 2,-80 22,118-27,0 0,-22 2,-11 2,43-6,-1 0,1 1,-1-1,1 1,0-1,-1 1,1 0,0 0,-1-1,1 1,0 0,0 0,0 0,0 0,0 0,0 0,-1 2,-2 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31:13.613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0 184,'7'-1,"0"0,-1 0,1-1,-1 0,0 0,10-6,9-2,232-56,-232 60,17 0,0 2,0 1,70 5,-26 0,1076-3,-1155 1,-1-1,0 0,1 0,-1 0,0-1,0 0,0 0,0-1,-1 0,1 0,-1 0,1-1,-1 1,7-8,-7 8,-1 0,1 0,0 1,0 0,0 0,0 0,7-1,17-8,-20 7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31:17.585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3279 137,'-36'2,"0"1,-45 11,22-3,-216 38,-255 33,172-78,208-6,64-1,1-3,-116-25,84 12,66 12,1-2,-96-30,138 37,5 1,-1-1,0 1,0-1,1 0,-1 1,1-1,-5-4,8 5,-1 1,0-1,1 0,-1 0,1 0,-1 0,1 0,0 0,-1 0,1 0,0 0,0 0,-1 0,1 0,0 0,0 0,0 0,0 0,0 0,1 0,-1 0,0 0,0 0,1 0,-1 0,0 0,1 0,-1 0,1 0,0 0,-1 1,1-1,-1 0,2-1,5-4,-1 0,1 0,0 0,1 1,-1 0,1 1,0-1,0 2,16-6,-2-1,13-3,0 0,0 3,1 1,0 1,69-4,186 9,52 34,-173-11,866 27,-814-48,-283 0,26-1,1 2,-44 5,49 2,-1 1,2 1,-33 16,19-9,33-11,0 0,0 0,0 1,1 0,0 0,0 1,0 0,1 0,0 1,0 0,1 0,0 1,-9 17,4-4,1 1,1 0,1 0,-9 43,13-39,1 0,2 47,2-52,-1-1,-1 1,-1-1,-1 1,-8 30,-13 49,19-74,-1 0,-19 49,22-70,0 0,-1 0,0-1,0 1,0-1,-1 0,0 0,0-1,0 1,0-1,-1 0,1-1,-1 1,0-1,0 0,-1-1,-10 4,2-2,0 0,0-2,0 1,0-2,0 0,-28-2,33 0,0-1,0 0,0-1,0 0,0 0,1-1,0 0,0 0,-16-12,-1-3,-41-40,24 19,36 35,-1-3,0 0,-1 1,0 0,0 0,-1 1,1 1,-1-1,-1 2,1-1,-14-3,-16 0,0 2,-51-3,-82 7,91 3,-96-11,103-2,0-2,1-4,-109-41,97 30,0 3,-2 5,-114-13,70 5,98 20,-1 1,0 1,-63-3,-64-3,1-1,157 14,0 0,0 0,0 0,0-1,0 1,1-1,-1 0,0 0,-5-2,6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31:23.960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1856 118,'11'-1,"1"0,0-1,0-1,-1 0,21-8,8-2,30-5,1 3,0 3,1 4,115 0,-186 8,1 0,0 0,-1 0,1 1,0-1,-1 0,1 1,-1-1,1 1,-1-1,1 1,-1 0,0 0,1 0,-1 0,0 0,1 0,-1 0,2 2,-2 0,1-1,-1 1,0-1,0 1,0-1,0 1,0 0,-1-1,1 1,-1 5,0 4,0 0,-1 0,-1 0,-4 18,-77 427,81-443,-3 43,2 1,4 60,1-23,-2-86,1 0,0 0,0-1,4 13,-5-19,1 0,-1-1,1 1,0-1,0 1,-1-1,1 1,0-1,0 1,0-1,1 0,-1 0,2 2,-2-2,0-1,0 0,0 1,0-1,-1 0,1 0,0 0,0 1,0-1,0 0,0 0,0-1,0 1,0 0,0 0,0 0,0-1,0 1,0 0,0-1,0 1,-1-1,1 1,0-1,1 0,1-2,-1 1,0 0,0-1,0 1,0-1,0 1,0-1,-1 0,1 0,-1 0,0 0,2-5,9-45,-7 28,21-88,26-105,20-78,-62 255,-2-1,-1 0,-3 0,0-68,-2 942,-4-413,9-246,-1 1,-6-166,-2 38,2-45,0 0,0 0,0 0,0 0,0 0,0 0,-1 0,1-1,0 1,-1 0,1 0,-1 0,1 0,-1 0,1 0,-1-1,1 1,-1 0,0 0,0-1,1 1,-1 0,0-1,0 1,0-1,1 1,-1-1,0 0,0 1,0-1,0 0,0 1,0-1,0 0,0 0,-2 0,2 0,0-1,0 1,0-1,0 0,0 1,0-1,0 0,0 0,0 0,0 0,0 0,1 0,-1 0,0 0,0 0,0-2,-11-23,8 17,-33-86,-30-118,43 127,-4 0,-44-92,61 157,6 9,-1 0,-14-20,17 28,-1 0,1 0,-1 0,0 0,-1 1,1-1,-1 1,1 0,-1 1,-6-3,-147-53,153 56,1 0,0 1,-1 0,1-1,0 2,-1-1,0 0,1 1,-1 0,-7 1,10-1,1 0,-1 1,1-1,-1 1,1 0,-1-1,1 1,-1 0,1 0,0 0,-1 0,1 0,0 0,0 0,0 0,-1 1,2-1,-1 0,0 1,0-1,0 1,0-1,1 1,-1-1,1 1,-1-1,1 1,0 0,0-1,-1 1,1 2,0 35,0 1,9 49,19 78,-18-119,35 158,-43-196,0 1,0 20,-3-24,2 0,-1 0,1 0,0 0,0 0,1 0,0 0,4 10,2-5,0 0,0-1,1 0,0-1,12 11,2 2,-22-22,1 1,-1-1,1 1,-1-1,1 0,0 0,0 0,0 0,0 0,0 0,0 0,0-1,0 1,0-1,0 1,0-1,0 0,0 0,1 0,-1 0,0 0,0 0,0-1,0 1,0-1,3 0,4-3,0-1,0 1,-1-1,13-10,8-4,-3 5,-14 9,0-1,-1-1,0 0,0 0,18-17,-28 23,-1 1,1-1,0 1,-1-1,1 0,-1 1,1-1,-1 0,0 0,1 0,-1 1,0-1,1 0,-1 0,0 0,0 1,0-1,0 0,0 0,0 0,0 0,0 0,0 1,0-1,0 0,-1-1,0 0,0 1,0-1,0 1,0-1,-1 1,1 0,0 0,-1 0,1 0,-1 0,1 0,-3-1,-7-3,-1 0,0 1,-13-3,16 5,-601-156,551 145,0 4,-1 1,0 4,-84 4,-238 39,230-10,40-7,97-20,0 0,-23-1,170 0,-28 0,120 15,-65-7,-13-2,-73-1,22 2,39 11,21 4,-141-21,-7-2,0 1,0 0,0 1,11 3,-17-5,-1 1,1-1,0 0,0 1,0-1,-1 1,1-1,0 1,0-1,-1 1,1-1,0 1,-1 0,1-1,-1 1,1 0,-1 0,1 0,-1-1,1 1,-1 0,0 0,0 0,1 0,-1 0,0-1,0 1,0 0,0 0,0 0,0 0,0 0,0 0,0 0,-1-1,1 1,0 0,0 0,-1 0,1 0,-1 0,0 0,-1 2,1-1,-1 1,0-1,0 0,-1 0,1 0,0 0,-1 0,1 0,-1 0,-4 1,-35 14,39-16,-63 19,0-2,-1-4,-1-3,-78 4,-277-13,378-3,1-2,-1-2,-79-19,100 15,0-2,1 0,0-2,0 0,-28-24,33 24,-16-13,1-2,1-1,2-2,1 0,1-2,2-2,-35-59,13 6,4-2,-37-107,35 54,12 34,31 98,-1 0,-1 0,0 0,0 0,-11-15,14 24,0-1,0 1,0 0,0 0,0 0,0 0,0 1,-1-1,1 1,-1-1,0 1,1 0,-1 0,0 0,1 0,-1 1,0-1,0 1,0-1,0 1,0 0,1 0,-1 0,0 1,0-1,0 1,-5 1,-4 5,11-7,1 0,0 0,0 0,0 0,0 1,0-1,0 0,0 0,0 0,0 1,0-1,0 0,0 0,0 0,0 1,0-1,0 0,0 0,0 0,0 1,0-1,0 0,0 0,0 0,0 0,0 1,0-1,0 0,0 0,1 0,-1 1,0-1,0 0,0 0,25 13,175 81,85 36,-219-104,2-3,101 22,13-15,0-7,220-2,-351-21,-8 1,0-1,0-3,0-1,48-12,-60 10,0 0,0 2,1 1,50 2,-70 2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31:26.333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58 399,'0'-4,"0"-5,0-2,0-4,0-5,-2-3,-1-2,0-1,-2-4,0-1,-1-3,0 1,-1-4,1 0,-2 2,1 6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31:29.877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29 1673,'0'-12,"-2"1,0 0,0 0,-5-15,3 14,1-1,0 1,-1-17,3-282,2 153,-1-908,0 1089,0-11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31:35.214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31:37.286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31:38.770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31:42.514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31:44.192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31:46.154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31:51.227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31:53.381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31:56.314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3T02:29:37.229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778 1 0,'988'587'0,"-2498"-535"0,3020-104 0,-3275-326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29:42.295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 69,'21'-1,"-1"-2,1 0,34-10,-10 1,30-1,2 2,-1 4,88 3,-143 4,22-1,0 2,0 2,84 16,-28 6,-6-2,106 40,-172-52,1-1,33 7,-41-13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29:43.632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1339 29,'-33'-2,"-53"-8,-5-2,-343 7,249 7,148-2,16-2,0 2,0 1,0 0,1 2,-1 0,-29 9,29-6,-1-1,1 0,-1-2,0-1,0-1,-33-2,-38 3,82 0,2 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29:45.895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 70,'10'-1,"-1"0,1-1,0-1,0 1,13-7,11-2,11 0,0 1,1 2,-1 2,64 1,20 4,108 3,-205 2,0 1,33 9,-4-1,-13 2,-39-11,0-1,0 0,0-1,0 0,11 1,110 8,-72-7,72-4,-86-1,-81 1,16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29:47.880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959 86,'-14'-1,"1"-1,-1 0,-18-5,-11-2,-248-47,238 51,-1 2,-97 7,137-3,-1 2,1 0,0 1,0 0,-19 9,15-5,-1-2,-19 5,4 2,30-11,0 0,0 0,1-1,-1 1,0-1,-1 0,1 0,0 0,0 0,0-1,-1 0,1 0,0 0,-9-1,13 1,-1 0,1 0,-1-1,1 1,-1 0,1 0,-1 0,1 0,-1-1,1 1,0 0,-1 0,1-1,-1 1,1 0,0-1,-1 1,1-1,0 1,-1 0,1-1,0 1,0-1,-1 1,1-1,0 1,0-1,0 1,0 0,-1-2,2 1,-1 0,1 1,-1-1,1 0,-1 0,1 1,0-1,-1 0,1 1,0-1,-1 1,1-1,0 1,0-1,1 0,32-12,-1 6,-1 1,1 2,0 1,1 1,45 5,-5-2,-63 0,-1 0,1 1,0 0,18 7,20 4,-48-13,1 0,-1 1,1-1,0 1,-1-1,1 1,-1 0,1-1,-1 1,3 2,2 3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29:50.719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 82,'26'0,"1"-1,-1-1,0-1,44-12,-37 8,0 1,0 2,0 1,61 3,-85 0,2 0,1-2,19-3,21-1,18 7,51-2,-72-6,-28 4,31-1,370 4,-356-7,-46 4,29 0,59 3,-96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29:53.584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1407 1,'0'18,"1"-7,-1 1,0 0,-1-1,-1 1,-3 15,4-25,0 1,0 0,0-1,0 1,-1-1,1 1,-1-1,0 0,1 1,-1-1,0 0,0 0,-1 0,1-1,0 1,-1 0,1-1,0 1,-1-1,0 0,1 0,-1 0,0 0,0-1,1 1,-1-1,-4 1,-150-1,71-2,-36 1,-123 3,173 3,-63 3,0 2,96-6,0 3,26-5,0 0,-17 1,18-2,0 0,0 1,-24 7,23-5,0-1,0 0,-16 0,-7-3,26-1,1 0,-1 1,1 1,-20 3,21-1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3T02:29:57.899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0 55 0,'924'-54'0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3T02:30:02.861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27 1726 0,'-27'-1726'0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3T02:30:07.139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0 979 0,'0'-978'0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30:10.688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152 28,'0'-2,"-3"-1,-2 0,-3 0,-3 2,-1-3,-2 1,1 0,-2 1,1 0,0 1,0 1,3 2,2 3,4 4,2-1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30:27.761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1181 2236,'-1'0,"-303"-4,1-22,226 18,-129 5,130 3,55-3,21 3,0 0,0 0,-1 0,1 0,0 0,0 0,0 0,0 0,-1 0,1-1,0 1,0 0,0 0,0 0,-1 0,1 0,0-1,0 1,0 0,0 0,0 0,0 0,0-1,0 1,0 0,0 0,-1 0,1-1,0 1,0 0,0 0,0 0,0-1,0 1,0 0,1 0,-1 0,0-1,0 1,0 0,0 0,0 0,0-1,2-1,1 0,-1 1,1-1,-1 0,1 1,0 0,0-1,0 1,-1 0,1 1,0-1,4 0,55-11,0 3,70-1,138 2,502 47,-516-8,257 66,-419-74,-1 5,-1 4,-2 3,163 90,-145-58,51 28,-129-73,-29-22,-1 1,1-1,-1 0,1 1,-1-1,1 0,-1 1,1-1,-1 1,0-1,1 1,-1-1,1 1,-1-1,0 1,0-1,1 1,-1-1,0 1,0 0,0-1,0 1,0-1,0 1,0 0,0-1,0 1,0 0,0-1,0 1,0-1,0 1,0 0,-1-1,1 1,0-1,0 1,-1-1,1 1,0-1,-1 1,1-1,-1 1,1-1,-1 1,1-1,-1 0,1 1,-1-1,1 0,-1 0,1 1,-1-1,1 0,-1 0,0 0,0 1,-6 1,-1-1,1 1,-1-1,1-1,-1 1,1-1,-1-1,1 1,-1-1,-10-3,-10 0,-138-25,-81-25,-519-163,17-82,422 131,261 133,64 34,0 0,-1 0,1 0,0 0,-1 0,1 0,-1 1,1-1,-5 1,7 0,0 0,-1 0,1 0,0 0,-1 0,1 0,0 0,0 0,-1 0,1 1,0-1,-1 0,1 0,0 0,0 0,0 1,-1-1,1 0,0 0,0 0,0 1,-1-1,1 0,0 0,0 1,0-1,0 0,0 1,0-1,-1 1,6 17,9 5,1 0,1 0,1-2,29 29,-17-19,125 139,233 270,-382-434,-1 1,1 0,-2 0,1 0,-1 0,0 0,0 1,-1 0,0-1,-1 1,2 10,-2 8,-2 54,-1-56,1-13,0 0,0 1,-2-1,1 0,-1 0,-1-1,0 1,-1-1,0 1,0-1,-1-1,0 1,-10 10,6-9,-2 0,1 0,-1-1,-1-1,0 0,0 0,-1-1,1-1,-17 6,-18 5,-1-1,0-3,-1-2,-1-2,1-3,-1-1,-1-3,1-2,-100-11,135 7,0 0,0-1,0-1,1 0,-1-2,1 1,1-2,-16-9,23 12,0-1,0 1,0-1,1-1,-1 1,2-1,-1 0,1 0,0-1,0 0,1 0,0 0,1 0,0 0,0-1,-2-10,1-8,2 0,0 0,2 0,1 0,1 1,1-1,2 0,1 1,14-43,-6 31,2 0,1 1,2 2,1 0,45-58,-57 83,0 0,1 0,0 1,0 1,1-1,13-7,-20 14,0 0,0 0,1 1,-1 0,0-1,0 1,1 0,-1 1,1-1,-1 0,1 1,-1 0,1 0,-1 0,1 0,-1 1,1-1,-1 1,1 0,-1 0,0 0,0 0,1 1,-1-1,0 1,5 3,4 6,0 0,0 1,-1 0,0 1,-1 0,-1 0,0 1,-1 1,0-1,11 32,10 3,-42-104,-13-62,-7-80,-78-629,59-21,56 481,0 94,-5 329,-13 84,-11 36,-16 124,-94 712,27 18,96-834,12-177,5 32,0 0,-5-50,1-1,-1 0,0 0,0 1,-1-1,1 0,0 1,0-1,0 0,-1 0,1 1,-1-1,1 0,-1 0,1 0,-1 0,0 0,0 0,1 0,-1 0,0 0,0 0,0 0,0 0,0 0,0-1,-2 2,2-2,0 0,0 0,0 0,0-1,0 1,0 0,0 0,0-1,0 1,0 0,0-1,0 1,0-1,0 0,0 1,0-1,0 0,0 1,0-1,1 0,-1 0,0 0,1 0,-1 0,1 0,-1 0,1 0,-1 0,1 0,-1 0,1 0,0 0,0-1,-6-18,0 0,2-1,-3-35,6 43,-7-94,8-128,11-65,158-1322,-156 1552,-1 8,-3 1,-3-2,-1-73,-5 92,0 17,-2 53,-1-2,0 0,-10 29,0 6,-202 1429,204-1058,9-415,2-15,0 0,0 0,0 1,-1-1,1 0,0 0,0 0,0 0,0 0,0 1,0-1,-1 0,1 0,0 0,0 0,0 0,0 0,-1 0,1 0,0 0,0 0,0 0,-1 1,1-1,0 0,0 0,0 0,0 0,-1 0,1-1,0 1,0 0,0 0,-1 0,1 0,0 0,-1-1,0 0,0 0,0 0,0-1,0 1,0 0,0 0,0-1,1 1,-1 0,0-1,1 1,0-1,-1 1,1-1,0-1,-4-29,1 0,2-42,1 24,23-994,-5 453,-15 536,-1 29,-1 0,-1-1,-1 1,-2 0,-7-35,9 58,0-1,0 0,-1 1,0-1,0 1,0 0,0-1,0 1,-4-3,6 5,0 1,-1-1,1 1,-1 0,1-1,-1 1,0 0,1-1,-1 1,1 0,-1 0,0-1,1 1,-1 0,1 0,-1 0,0 0,1 0,-1 0,0 0,1 0,-1 0,0 0,-1 1,1 0,0 0,0-1,0 1,0 0,0 0,0 0,0 0,0 0,0 0,1 0,-1 1,0-1,1 0,-2 3,-3 12,-1 0,2 1,0 0,2 0,-3 33,0 1,-113 1138,116-1160,-19 529,17-535,-1-20,-1-15,3 3,1-1,1 0,-1-10,2 18,-3-32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30:29.209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883 474,'-45'-36,"-1"1,-100-58,81 54,-176-112,211 134,-1 1,-35-14,28 14,23 10,0 1,0 0,0 1,-1 0,-31-2,31 1,-9-1,25 6,-1 0,1 0,0 0,-1 0,1 0,-1 0,1 0,0 1,-1-1,1 0,-1 0,1 0,0 0,-1 1,1-1,0 0,-1 0,1 0,0 1,-1-1,1 0,0 1,-1-1,1 0,0 1,0-1,0 0,-1 1,1-1,0 1,0-1,0 0,0 1,0-1,0 1,0-1,0 0,0 1,0-1,0 1,0-1,0 1,0-1,0 0,0 1,2 8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30:34.619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0 1112,'3'-3,"0"1,1 0,-1 0,0 0,0 1,1-1,-1 1,8-2,3-2,68-22,2 3,116-17,180 5,-264 35,0 5,0 5,-1 5,135 33,333 75,-582-122,498 107,-357-70,86 18,-138-37,-25-5,1-2,94 4,-156-16,1 1,0 0,0 1,0-1,-1 1,1 0,0 0,6 3,-12-3,1-1,-1 0,1 1,-1-1,1 1,-1-1,0 0,1 0,-1 1,0-1,1 0,-1 0,0 0,1 0,-1 0,0 0,1 0,-1 0,-1 0,-43 0,-1-2,1-3,-80-16,65 9,-739-158,328 64,395 91,-1 3,-1 3,-117 3,-122 21,215-6,-110 25,57 9,216-51,1 3,101 3,-94 3,8-2,85 3,-154-1,-1 1,1 0,-1 0,14 7,11 3,-3-3,-1 2,47 24,-51-24,0-1,0-1,26 6,80 12,-105-22,150 29,250 45,-393-74,34 5,70 2,-135-12,1 0,-1 0,0 0,0 0,0 0,1 0,-1 0,0 0,0-1,0 1,1 0,-1-1,0 1,0-1,0 1,0-1,0 0,0 1,0-1,0 0,0 0,0 0,0 0,-1 1,1-1,0 0,-1-1,1 1,0 0,-1 0,1 0,0-2,-1-3,1 0,-1 0,0 0,0 0,-1 1,-1-7,2 5,-51-252,30 165,-110-454,118 501,-2 1,-2 1,-40-74,46 100,-1 0,-1 1,-1 0,0 1,-1 0,-1 2,-1-1,0 2,-1 1,-23-14,29 20,8 4,-1 0,0 0,0 0,0 1,-11-3,15 5,-1-1,0 1,0 0,1 0,-1 0,0 0,0 1,1-1,-1 0,0 1,1-1,-1 1,0 0,1-1,-1 1,1 0,-1 0,1 0,0 0,-1 0,1 0,0 0,-2 3,-8 11,1 0,0 1,2 0,0 1,-10 27,7-14,-114 291,14-32,104-265,-6 16,12-38,0 0,1-1,-1 0,0 1,0-1,0 1,0-1,0 0,0 0,0 1,0-1,0 0,-1 0,1 0,0 0,-1-1,1 1,-1 0,-1 0,2-1,-1 0,1 0,-1 0,1-1,-1 1,1 0,0-1,-1 1,1-1,0 0,-1 1,1-1,0 0,0 0,-1 0,1 1,0-1,0-1,0 1,0 0,0 0,0 0,1 0,-1-1,-1-1,-17-38,17 37,-1-7,-1 0,2 0,-1 0,2 0,-1-20,4-59,-1 76,-1 4,1-1,1 1,0 0,0 0,1 0,0 1,1-1,0 1,1-1,-1 1,2 0,-1 1,1 0,1 0,0 0,0 0,0 1,1 0,0 1,0 0,0 0,19-9,1 2,0 1,1 2,0 0,1 2,0 1,0 2,0 1,1 1,0 1,52 5,-73-2,-1 0,1 1,-1 0,1 0,-1 1,0 1,0-1,0 2,0-1,-1 1,0 0,9 7,-8-3,0 0,0 0,-1 1,-1 0,1 0,-2 1,1 0,8 21,-6-11,-1 0,-1 1,-1 0,-1 0,4 38,-8-50,-1 1,0-1,0 1,-1-1,-1 1,1-1,-2 0,1 0,-2 1,1-2,-1 1,-1 0,1-1,-10 13,8-15,0-1,-1 1,1-1,-1-1,-1 1,1-1,-1 0,0-1,0 0,0 0,-1-1,-10 3,-8 1,0-1,-46 5,45-8,-1-2,0 0,0-2,-51-8,65 6,0-1,0 0,0-2,1 1,-1-2,1 0,1-1,-1 0,1-1,-16-14,-137-131,156 147,0 0,0 1,-1 0,0 1,0 0,0 0,-1 1,-15-3,-24-10,-26-9,49 18,0-2,-41-20,36 11,20 11,0 0,-1 1,0 1,0 0,-25-7,-5 4,-1 3,0 1,0 2,0 2,0 2,0 2,0 2,-48 12,29-5,-1-3,0-2,-109-4,134-3,29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30:38.418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150 3652,'0'-1413,"4"1591,9 0,67 339,-74-487,19 85,47 135,-71-249,-1 0,0 0,0 0,0 0,1-1,-1 1,0 0,1 0,-1-1,1 1,-1 0,1 0,-1-1,1 1,0-1,-1 1,1-1,0 1,-1-1,1 1,1 0,-1-1,-1 0,1-1,-1 1,1 0,-1 0,1-1,-1 1,1 0,-1-1,1 1,-1 0,1-1,-1 1,1-1,-1 1,0-1,1 1,-1-1,0 1,1-1,-1 1,0-2,16-41,-15 36,83-273,49-181,-119 406,8-29,15-117,-36 172,-2 24,1 0,0 0,0 0,0 0,1 1,0-1,0 0,3-9,-4 14,0-1,0 1,0-1,1 1,-1 0,0 0,0-1,0 1,1 0,-1-1,0 1,0 0,1 0,-1-1,0 1,0 0,1 0,-1-1,0 1,1 0,-1 0,0 0,1 0,-1 0,0 0,1-1,-1 1,1 0,-1 0,0 0,1 0,-1 0,1 1,10 8,4 20,-3 4,-3 1,-1 0,6 49,-8-42,1-2,8 51,-3 0,1 140,-13-228,0 0,0-1,-1 1,1 0,0-1,-1 1,1 0,-1-1,1 1,-1 0,0-1,0 1,0 1,0-3,0 0,1 1,-1-1,1 0,-1 0,0 1,1-1,-1 0,0 0,1 0,-1 0,0 0,1 0,-1 0,0 0,1 0,-1 0,1 0,-1-1,0 1,1 0,-1 0,0-1,1 1,-1 0,1-1,-1 1,1 0,-1-1,1 1,-1-1,1 1,-1-1,1 1,0-1,-1 1,1-2,-10-9,1 0,1 0,0-1,1 0,-8-18,-25-71,27 67,-21-70,4-1,5-2,5 0,-10-156,18-445,15 430,-4 180,1-77,-10 273,3-44,-24 172,-15 99,-213 1401,251-1689,-1 15,17-298,14-226,8 11,-25 292,2-171,-7-15,-1 363,0 0,0-1,-4 15,-2 7,-90 528,91-514,1 49,3-54,3-37,-1-1,0 1,0 0,0-1,0 1,0 0,0-1,0 1,-1 0,1 0,0-1,0 1,0 0,-1-1,1 1,0-1,-1 1,1 0,0-1,-2 2,-5-10,-6-24,5-13,3 0,1-1,4-78,-1 6,-9-832,10 699,-2 201,-11-62,1 17,0-1,5 49,-2-73,9 108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3T02:30:40.471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0 1942 0,'0'-1941'0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3T02:30:44.454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2 870 0,'0'-869'0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30:47.313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0 44,'30'-2,"0"0,31-8,-30 4,55-3,-16 10,-31 0,0-2,52-7,-47 3,0 2,72 4,-35 1,447-2,-419 8,-53-3,5 1,55 3,-101-9,0 1,17 4,27 2,63-7,-110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3T02:30:49.287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0 1 0,'1426'26'0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30:52.498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1987 2149,'-3'-5,"0"-1,0 1,0-1,0 1,1-1,0 0,1 0,-1 0,1-1,-1-8,-2-6,-41-249,6 31,23 163,-29-82,0 38,-6 2,-4 2,-132-200,125 214,-16-23,73 117,0 1,-1 0,0 0,0 0,0 1,-1 0,0 0,0 1,-1 0,1 0,-1 1,0 0,0 0,-1 1,1 0,-1 0,0 1,1 0,-1 1,0 0,0 0,0 1,0 0,-18 3,-17 4,-1 2,1 2,-51 20,-27 7,75-26,-64 9,95-19,1-1,0-1,-1 0,1-1,-1-1,1 0,0-1,-21-7,-47-20,-130-42,195 68,14 3,-1 0,0 0,1 0,-1 0,1-1,-1 0,1 0,0 0,0-1,0 1,0-1,0 0,1 0,-1 0,1 0,0-1,-6-7,-2-6,0-1,1 0,-11-29,18 40,1 0,0-1,0 1,0-1,1 1,0-1,1 0,0 1,0-1,1 0,-1 1,5-14,-4 17,0 0,1 1,0-1,-1 1,1-1,1 1,-1 0,0 0,1-1,0 2,0-1,0 0,0 1,0-1,0 1,1 0,-1 0,1 0,-1 1,1-1,0 1,-1 0,7-1,7-1,1 1,-1 1,1 0,19 2,-8 0,183-1,98 1,-166 11,203 43,-332-52,367 89,-363-87,0-1,1-1,-1-1,1-1,29-1,-37-1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30:54.153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934 1,'-14'1,"0"0,1 2,0 0,-1 0,-18 8,-4 1,-123 28,-214 27,314-62,-101-2,147-3,12 0,-1 0,1 0,0 0,0 0,-1 0,1 0,0 0,-1 0,1 0,0 1,0-1,-1 1,1-1,0 1,0-1,0 1,-1 0,1-1,0 1,0 0,0 0,0 0,1 0,-1 0,0 0,-1 1,2 0,-1 1,1-1,0 0,0 0,0 0,0 0,0 0,0 0,1 0,-1 0,1 0,0 0,-1 0,1 0,0 0,2 3,27 49,14 27,39 131,-19-44,-44-119,23 83,-42-128,0 1,0-1,1 1,-1-1,1 1,0-1,0 0,0 0,1 0,0 0,-1-1,1 1,1-1,-1 1,4 2,-7-6,1 0,-1 0,0 0,0-1,1 1,-1 0,0 0,0 0,1-1,-1 1,0 0,0 0,0-1,1 1,-1 0,0 0,0-1,0 1,0 0,0-1,1 1,-1 0,0 0,0-1,0 1,0 0,0-1,0 1,0 0,0-1,0 1,0 0,0-1,-1 1,2-15,-1 14,-1-40,1 29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30:58.603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1504 2106,'-19'-18,"-41"-27,20 15,-114-93,-168-121,-18 22,316 208,-32-14,31 17,-30-20,48 25,0-1,1 0,0 0,0-1,0 0,1 0,0 0,1 0,-6-17,1 6,-34-79,5-1,4-1,5-2,-30-194,56 260,1-1,4-51,-2-42,-2 114,-1 0,-1 0,-7-21,6 23,0 0,2-1,-1 0,0-17,3 25,1 0,0 0,1 0,2-13,-3 19,0 0,0 0,0 0,0 0,1 0,-1 0,1 1,-1-1,0 0,1 0,-1 0,1 1,0-1,-1 0,1 1,0-1,-1 0,1 1,0-1,0 1,-1-1,1 1,0-1,0 1,0 0,0 0,0-1,-1 1,1 0,0 0,0 0,0 0,0 0,0 0,0 0,0 0,0 0,0 0,0 0,-1 1,1-1,0 0,0 1,0-1,0 1,-1-1,3 2,29 16,41 31,-35-22,8 8,-2 3,69 74,-66-62,37 37,131 180,-213-263,10 11,16 33,-25-41,0 0,0 1,-1-1,0 1,-1-1,0 1,1 13,-2-17,1 7,-1-1,-3 21,2-27,0-1,0 1,0 0,0 0,-1-1,0 1,0-1,0 1,0-1,0 0,-4 4,-20 21,-2-1,-1-1,0-1,-2-2,-36 21,63-42,-1 0,1 0,-1 0,0-1,1 1,-1-1,0 0,0-1,-10 1,-42-8,33 3,22 4,0 0,1 0,-1 0,0 0,1 0,-1 1,1-1,-1 0,0 1,1 0,-1-1,1 1,0 0,-1 0,1 0,-1 0,1 0,0 0,0 0,0 0,0 0,0 1,0-1,0 0,-1 3,-3 5,0 0,1 0,-4 11,3-5,-65 143,-45 114,97-213,-6 12,25-77,0 3,-1 0,1 0,-1 0,1 1,0-1,0 0,0 1,1-1,1-2,3-2,1 0,0 0,0 1,1 0,0 1,0-1,0 2,1-1,10-4,11-2,45-11,-30 12,1 2,0 2,0 2,77 3,-154-3,0 0,0-3,0 0,-57-23,-15-3,55 18,34 10,-1 0,0 1,0 0,-1 2,-21-2,-19-2,44 4,0 1,-1 0,-24 1,20 2,7-2,0 1,0 0,1 1,-1 0,1 0,-1 1,1 1,-10 4,12-3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31:04.629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79 1,'-12'277,"0"-69,10 475,0-26,-2-599,-15 76,8-65,7-34,2 1,3 40,-2 42,-7-86,6-23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31:10.685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1510 2557,'-121'7,"23"-1,-543-5,506-12,95 7,39 4,0 0,0 0,0 0,0 0,0 0,0-1,0 1,0 0,0-1,0 1,0 0,0-1,0 1,1-1,-1 0,-1 0,2 1,0-1,0 1,-1-1,1 1,0 0,0-1,0 1,0-1,0 1,0-1,0 1,0-1,0 1,0 0,0-1,0 1,0-1,0 1,1-1,-1 1,0 0,0-1,0 1,1-1,-1 1,4-5,-1 0,1 1,1 0,6-6,2-3,7-15,8-10,28-18,127-97,81-22,-257 170,14-8,1 0,0 1,1 2,27-10,-43 19,1 0,-1 1,1-1,0 1,8 1,31-1,-44 0,-1 0,1-1,-1 1,0-1,1 0,-1 0,0 0,1 0,-1 0,0 0,0-1,0 1,0-1,0 1,2-3,-4 4,0 0,0-1,1 1,-1 0,0 0,0-1,0 1,1 0,-1 0,0-1,0 1,0 0,0-1,0 1,1 0,-1-1,0 1,0 0,0 0,0-1,0 1,0 0,0-1,0 1,0 0,0-1,0 1,-1 0,1-1,0 1,0 0,0-1,0 1,0 0,-1-1,-12-5,-21 4,-266 28,191-13,-134 0,171-21,48 5,-28-1,37 4,6 1,0-1,0 0,0 0,-11-3,19 3,0 0,0 0,0 0,0 0,0-1,-1 1,1 0,1-1,-1 1,0-1,0 1,0-1,0 0,0 1,0-1,1 0,-1 1,0-1,0 0,1 0,-1 0,1 0,-1 0,1 0,-1 0,1 0,-1 0,1 0,0 0,0 0,-1 0,1 0,0 0,0 0,0 0,0 0,0 0,1 0,-1 0,0 0,0 0,1 0,0-1,0-1,0 0,1 0,0 0,0 0,0 1,0-1,0 1,0 0,1-1,3-2,33-21,-21 15,50-31,103-45,-76 41,118-52,-41 27,-123 53,16-2,-44 14,0-1,25-11,-45 18,-1 0,0 0,0 0,1 0,-1 0,0 0,0-1,1 1,-1 0,0 0,0 0,0 0,1-1,-1 1,0 0,0 0,0-1,1 1,-1 0,0 0,0-1,0 1,0 0,0 0,0-1,0 1,0 0,0-1,0 1,0 0,0 0,0-1,0 1,-7-9,-20-4,24 11,-31-10,1 0,-59-11,27 8,-262-56,27 36,245 33,41 3,0-1,0 0,0-1,0-1,0 0,-23-8,36 9,-1 1,0-1,0 0,1 0,-1-1,1 1,-1 0,1 0,0-1,-1 1,1-1,0 1,0-1,0 1,0-1,0 0,0 1,1-1,-1 0,0 0,0-3,1 4,0 0,0-1,0 1,0 0,1 0,-1-1,0 1,0 0,1 0,-1 0,1 0,-1 0,1-1,-1 1,1 0,0 0,0 0,-1 0,1 1,0-1,0 0,0 0,0 0,0 1,0-1,0 0,0 1,0-1,1 1,-1 0,0-1,0 1,0 0,0-1,2 1,27-3,1 0,-1 2,57 6,-49-3,179 15,87 4,-296-20,92-3,-99 2,0 0,0 0,0 0,0 0,0 0,0 0,0 0,-1-1,1 1,0 0,0-1,0 1,0-1,0 1,-1-1,1 1,0-1,-1 1,1-1,0 0,-1 1,1-1,-1 0,1 0,-1 0,1 1,-1-1,1 0,-1 0,0 0,1 0,-1 0,0 0,0 1,0-1,0 0,0 0,0 0,0 0,0 0,0 0,0 0,0 0,-1 0,1 0,0 1,-1-1,1 0,-1 0,1 0,-2-1,0-3,-1-1,-1 1,1 0,-1 0,0 0,-7-6,-2-2,0-1,0 0,2-1,-18-28,16 22,-1 1,-1 1,-1 0,-19-18,26 29,1 1,-1 0,-1 1,0 0,0 1,0-1,0 2,-1-1,1 2,-1-1,-12-1,-47-3,-1 3,-128 7,78 1,73-2,-68-2,114 0,0 0,0 1,0-1,0 0,0 0,0 0,0 0,0-1,0 1,0 0,1-1,-1 1,0-1,1 0,0 0,-1 1,1-1,0 0,0 0,-2-4,-2-7,-1 0,-3-17,3 11,-1-3,0 0,2 0,0-1,-2-28,-19-200,22 227,0 1,-2-1,-16-42,15 47,4 13,0-1,-1 1,1-1,-1 1,-1 0,1 0,-1 1,-7-6,-14-20,25 30,0 0,0 0,0 0,0 0,0 0,0-1,1 1,-1 0,0 0,1-1,-1 1,1-1,-1 1,1-1,0 1,0 0,0-1,0 1,0-1,0 1,0-1,0 1,0-1,0 1,1-1,-1 1,1 0,-1-1,1 1,0 0,-1-1,1 1,0 0,0 0,0-1,0 1,0 0,0 0,0 0,0 0,1 1,-1-1,0 0,3-1,6-2,0 0,1 0,-1 1,22-4,-20 5,45-7,0 3,1 2,83 6,-39 0,-81-1,-1 1,0 1,0 1,20 7,42 8,5 1,-66-14,1-1,0-1,42 3,-22-7,-3 0,-1 1,48 8,233 44,-300-51,-11-2,0 0,1 1,-1 1,9 2,-16-4,0 0,0 0,0 1,0-1,0 0,0 1,0-1,-1 1,1-1,0 1,0-1,-1 1,1 0,0-1,-1 1,1 0,0-1,-1 1,1 0,-1 0,1 0,-1 0,0-1,1 1,-1 0,0 0,0 0,1 0,-1 0,0 0,0 0,0 0,0 0,0 0,0 0,-1 0,1 0,0-1,0 1,-1 0,1 0,-1 1,-2 2,0 1,0-1,0 0,0 0,-1-1,0 1,1-1,-9 5,-11 12,10-8,-1 0,-22 14,22-17,1 1,0 0,-17 19,21-18,1 0,0 0,1 1,0 0,1 1,-8 24,-19 86,3-11,26-99,1 1,1 0,0 0,0 0,1 0,1 0,1 0,4 27,1-5,3-1,15 44,-18-63,-2-2,1 0,10 18,-14-31,0 1,1-1,-1 1,1-1,-1 0,1 0,-1 0,1 0,0 0,-1 0,1 0,0 0,0 0,0-1,0 1,0-1,0 0,-1 1,5-1,43-2,-30 1,-4 1,0 2,21 3,-26-3,1 0,0-1,0 0,0-1,20-1,-31 1,1 0,-1 0,1-1,-1 1,1 0,-1 0,1 0,-1 0,1-1,-1 1,1 0,-1 0,0-1,1 1,-1 0,1-1,-1 1,0 0,1-1,-1 1,0-1,0 1,1-1,-1 1,0 0,0-1,0 1,1-1,-1 0,-4-17,-21-18,22 32,-64-96,42 60,-47-57,69 93,-31-36,-1 2,-49-39,66 65,-1 0,0 2,-1 0,0 1,-25-7,-37-17,63 23,1 2,-1 0,0 0,-1 2,0 1,0 0,0 2,0 0,-25 0,-4 3,-1 3,1 2,0 2,-80 22,118-27,0 0,-22 2,-11 2,43-6,-1 0,1 1,-1-1,1 1,0-1,-1 1,1 0,0 0,-1-1,1 1,0 0,0 0,0 0,0 0,0 0,0 0,-1 2,-2 5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31:13.613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0 184,'7'-1,"0"0,-1 0,1-1,-1 0,0 0,10-6,9-2,232-56,-232 60,17 0,0 2,0 1,70 5,-26 0,1076-3,-1155 1,-1-1,0 0,1 0,-1 0,0-1,0 0,0 0,0-1,-1 0,1 0,-1 0,1-1,-1 1,7-8,-7 8,-1 0,1 0,0 1,0 0,0 0,0 0,7-1,17-8,-20 7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31:17.585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3279 137,'-36'2,"0"1,-45 11,22-3,-216 38,-255 33,172-78,208-6,64-1,1-3,-116-25,84 12,66 12,1-2,-96-30,138 37,5 1,-1-1,0 1,0-1,1 0,-1 1,1-1,-5-4,8 5,-1 1,0-1,1 0,-1 0,1 0,-1 0,1 0,0 0,-1 0,1 0,0 0,0 0,-1 0,1 0,0 0,0 0,0 0,0 0,0 0,1 0,-1 0,0 0,0 0,1 0,-1 0,0 0,1 0,-1 0,1 0,0 0,-1 1,1-1,-1 0,2-1,5-4,-1 0,1 0,0 0,1 1,-1 0,1 1,0-1,0 2,16-6,-2-1,13-3,0 0,0 3,1 1,0 1,69-4,186 9,52 34,-173-11,866 27,-814-48,-283 0,26-1,1 2,-44 5,49 2,-1 1,2 1,-33 16,19-9,33-11,0 0,0 0,0 1,1 0,0 0,0 1,0 0,1 0,0 1,0 0,1 0,0 1,-9 17,4-4,1 1,1 0,1 0,-9 43,13-39,1 0,2 47,2-52,-1-1,-1 1,-1-1,-1 1,-8 30,-13 49,19-74,-1 0,-19 49,22-70,0 0,-1 0,0-1,0 1,0-1,-1 0,0 0,0-1,0 1,0-1,-1 0,1-1,-1 1,0-1,0 0,-1-1,-10 4,2-2,0 0,0-2,0 1,0-2,0 0,-28-2,33 0,0-1,0 0,0-1,0 0,0 0,1-1,0 0,0 0,-16-12,-1-3,-41-40,24 19,36 35,-1-3,0 0,-1 1,0 0,0 0,-1 1,1 1,-1-1,-1 2,1-1,-14-3,-16 0,0 2,-51-3,-82 7,91 3,-96-11,103-2,0-2,1-4,-109-41,97 30,0 3,-2 5,-114-13,70 5,98 20,-1 1,0 1,-63-3,-64-3,1-1,157 14,0 0,0 0,0 0,0-1,0 1,1-1,-1 0,0 0,-5-2,6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31:23.960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1856 118,'11'-1,"1"0,0-1,0-1,-1 0,21-8,8-2,30-5,1 3,0 3,1 4,115 0,-186 8,1 0,0 0,-1 0,1 1,0-1,-1 0,1 1,-1-1,1 1,-1-1,1 1,-1 0,0 0,1 0,-1 0,0 0,1 0,-1 0,2 2,-2 0,1-1,-1 1,0-1,0 1,0-1,0 1,0 0,-1-1,1 1,-1 5,0 4,0 0,-1 0,-1 0,-4 18,-77 427,81-443,-3 43,2 1,4 60,1-23,-2-86,1 0,0 0,0-1,4 13,-5-19,1 0,-1-1,1 1,0-1,0 1,-1-1,1 1,0-1,0 1,0-1,1 0,-1 0,2 2,-2-2,0-1,0 0,0 1,0-1,-1 0,1 0,0 0,0 1,0-1,0 0,0 0,0-1,0 1,0 0,0 0,0 0,0-1,0 1,0 0,0-1,0 1,-1-1,1 1,0-1,1 0,1-2,-1 1,0 0,0-1,0 1,0-1,0 1,0-1,-1 0,1 0,-1 0,0 0,2-5,9-45,-7 28,21-88,26-105,20-78,-62 255,-2-1,-1 0,-3 0,0-68,-2 942,-4-413,9-246,-1 1,-6-166,-2 38,2-45,0 0,0 0,0 0,0 0,0 0,0 0,-1 0,1-1,0 1,-1 0,1 0,-1 0,1 0,-1 0,1 0,-1-1,1 1,-1 0,0 0,0-1,1 1,-1 0,0-1,0 1,0-1,1 1,-1-1,0 0,0 1,0-1,0 0,0 1,0-1,0 0,0 0,-2 0,2 0,0-1,0 1,0-1,0 0,0 1,0-1,0 0,0 0,0 0,0 0,0 0,1 0,-1 0,0 0,0 0,0-2,-11-23,8 17,-33-86,-30-118,43 127,-4 0,-44-92,61 157,6 9,-1 0,-14-20,17 28,-1 0,1 0,-1 0,0 0,-1 1,1-1,-1 1,1 0,-1 1,-6-3,-147-53,153 56,1 0,0 1,-1 0,1-1,0 2,-1-1,0 0,1 1,-1 0,-7 1,10-1,1 0,-1 1,1-1,-1 1,1 0,-1-1,1 1,-1 0,1 0,0 0,-1 0,1 0,0 0,0 0,0 0,-1 1,2-1,-1 0,0 1,0-1,0 1,0-1,1 1,-1-1,1 1,-1-1,1 1,0 0,0-1,-1 1,1 2,0 35,0 1,9 49,19 78,-18-119,35 158,-43-196,0 1,0 20,-3-24,2 0,-1 0,1 0,0 0,0 0,1 0,0 0,4 10,2-5,0 0,0-1,1 0,0-1,12 11,2 2,-22-22,1 1,-1-1,1 1,-1-1,1 0,0 0,0 0,0 0,0 0,0 0,0 0,0-1,0 1,0-1,0 1,0-1,0 0,0 0,1 0,-1 0,0 0,0 0,0-1,0 1,0-1,3 0,4-3,0-1,0 1,-1-1,13-10,8-4,-3 5,-14 9,0-1,-1-1,0 0,0 0,18-17,-28 23,-1 1,1-1,0 1,-1-1,1 0,-1 1,1-1,-1 0,0 0,1 0,-1 1,0-1,1 0,-1 0,0 0,0 1,0-1,0 0,0 0,0 0,0 0,0 0,0 1,0-1,0 0,-1-1,0 0,0 1,0-1,0 1,0-1,-1 1,1 0,0 0,-1 0,1 0,-1 0,1 0,-3-1,-7-3,-1 0,0 1,-13-3,16 5,-601-156,551 145,0 4,-1 1,0 4,-84 4,-238 39,230-10,40-7,97-20,0 0,-23-1,170 0,-28 0,120 15,-65-7,-13-2,-73-1,22 2,39 11,21 4,-141-21,-7-2,0 1,0 0,0 1,11 3,-17-5,-1 1,1-1,0 0,0 1,0-1,-1 1,1-1,0 1,0-1,-1 1,1-1,0 1,-1 0,1-1,-1 1,1 0,-1 0,1 0,-1-1,1 1,-1 0,0 0,0 0,1 0,-1 0,0-1,0 1,0 0,0 0,0 0,0 0,0 0,0 0,0 0,-1-1,1 1,0 0,0 0,-1 0,1 0,-1 0,0 0,-1 2,1-1,-1 1,0-1,0 0,-1 0,1 0,0 0,-1 0,1 0,-1 0,-4 1,-35 14,39-16,-63 19,0-2,-1-4,-1-3,-78 4,-277-13,378-3,1-2,-1-2,-79-19,100 15,0-2,1 0,0-2,0 0,-28-24,33 24,-16-13,1-2,1-1,2-2,1 0,1-2,2-2,-35-59,13 6,4-2,-37-107,35 54,12 34,31 98,-1 0,-1 0,0 0,0 0,-11-15,14 24,0-1,0 1,0 0,0 0,0 0,0 0,0 1,-1-1,1 1,-1-1,0 1,1 0,-1 0,0 0,1 0,-1 1,0-1,0 1,0-1,0 1,0 0,1 0,-1 0,0 1,0-1,0 1,-5 1,-4 5,11-7,1 0,0 0,0 0,0 0,0 1,0-1,0 0,0 0,0 0,0 1,0-1,0 0,0 0,0 0,0 1,0-1,0 0,0 0,0 0,0 1,0-1,0 0,0 0,0 0,0 0,0 1,0-1,0 0,0 0,1 0,-1 1,0-1,0 0,0 0,25 13,175 81,85 36,-219-104,2-3,101 22,13-15,0-7,220-2,-351-21,-8 1,0-1,0-3,0-1,48-12,-60 10,0 0,0 2,1 1,50 2,-70 2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31:26.333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58 399,'0'-4,"0"-5,0-2,0-4,0-5,-2-3,-1-2,0-1,-2-4,0-1,-1-3,0 1,-1-4,1 0,-2 2,1 6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31:29.877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29 1673,'0'-12,"-2"1,0 0,0 0,-5-15,3 14,1-1,0 1,-1-17,3-282,2 153,-1-908,0 1089,0-11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31:35.214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31:37.286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31:38.770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31:42.514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31:44.192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31:46.154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31:51.227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31:53.381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31:56.314"/>
    </inkml:context>
    <inkml:brush xml:id="br0">
      <inkml:brushProperty name="width" value="0.3" units="cm"/>
      <inkml:brushProperty name="height" value="0.6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35:13.340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1 10,'6'1,"-1"0,1 0,-1 1,1 0,-1 0,0 0,0 1,0 0,0 0,0 0,0 0,-1 1,0 0,0 0,0 0,0 0,3 6,-4-6,0 1,-3-8,-2-17,2 3,1-13,-2 25,-2 13,-22 72,9-5,5-25,-8 79,15-83,-1 24,1 12,2-46,2 52,6 22,-6-104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35:20.302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35:22.686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1 17,'63'-7,"-34"3,0 1,1 1,32 3,-51 3,-8-2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35:24.947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131 266,'-1'-23,"-8"-42,4 40,-1-30,-5-32,11 87,1-1,-1 1,0-1,0 1,0 0,0-1,0 1,0 0,0-1,-1 1,1 0,0-1,0 1,0 0,0-1,0 1,0 0,-1-1,1 1,0 0,0-1,-1 1,1 0,0 0,0-1,-1 1,1 0,0 0,-1 0,1-1,0 1,-1 0,1 0,-10 8,-4 17,-41 76,53-95,-1 0,1 0,0 0,1 0,-1 1,1-1,0 0,1 1,0 6,0-9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35:30.208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3T02:35:36.479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0,'437'37'0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35:47.735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23 1,'2'27,"1"0,1 0,13 45,4 22,-14-34,-2 0,-3 1,-7 60,-4-57,10-84,0 0,-1-21,0-14,2 23,0-18,-3-61,-4 93,5 18,0 0,-1 0,1 0,0 0,0-1,0 1,0 0,-1 0,1 0,0 0,0 0,0 0,-1 0,1 0,0 0,0 0,-1-1,1 1,0 0,0 0,0 0,-1 0,1 1,0-1,0 0,-1 0,1 0,0 0,0 0,0 0,-1 0,1 0,0 0,0 0,0 1,-1-1,0 1,0 1,-1-1,1 1,0 0,0-1,0 1,0 0,1 0,-1 0,0-1,1 1,-1 0,1 4,-3 38,3 66,2-36,0-51,-1-13,-5-23,-12-39,12 41,0 0,1 0,1 0,-1-1,2 1,-2-21,4 41,0-1,0 1,1-1,5 16,5 22,-8 8,-3 92,-3-60,2-74,0 5,0 0,-1 0,-5 21,-3-12,7-22,0 0,1 1,-1-1,1 0,0 0,0 1,0 8,0-5,0 0,-1 1,0-1,-4 12,38-22,187 9,-155-3,-27-2,0-2,0-1,44-7,-37 1,1 1,67 0,-100 6,-9 1,0-1,0 1,0-1,0 0,0 0,0-1,0 1,0-1,1 1,-1-1,4-2,-43 6,12 1,21-3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35:49.108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35:59.728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393 540,'-1'-8,"0"0,-1-1,0 1,0 0,-1 0,-3-8,-6-15,-22-124,-1-4,12 89,-30 281,14-60,29-111,3-15,1 0,1 0,1 0,0 35,14-340,1 78,-11 190,1 7,-1 0,0 0,0 0,-1 0,-1-8,1 11,1 1,-1-1,0 1,0-1,0 1,0-1,0 1,0-1,0 1,0 0,-1 0,1 0,-1 0,1 0,0 0,-1 0,0 0,1 0,-4 0,-113-36,118 37,0 0,-1 0,1 0,-1 0,1 0,-1 0,1 0,0 0,-1 0,1 0,-1 0,1 0,-1 0,1 0,0 0,-1 0,1 0,-1 0,1 1,0-1,-1 0,1 0,-1 1,1-1,0 0,-1 0,1 1,0-1,0 0,-1 1,1-1,0 0,0 1,-1 0,-2 20,3-14,1 1,0 0,4 12,88 284,-92-299,4 15,-1 0,0 0,-2 0,-1 0,0 1,-3 24,1-40,-1-1,1 0,-1 0,0 0,0 0,-1 0,1 0,-1-1,0 1,0-1,0 1,0-1,0 0,-1 0,1-1,-1 1,0-1,0 0,-8 4,11-6,-1 0,1 0,0 0,-1 0,1-1,0 1,-1 0,1 0,0-1,-1 1,1-1,0 1,0-1,-1 0,1 1,0-1,0 0,0 0,0 0,0 0,0 0,0 0,0 0,-1-2,-18-31,19 32,1 2,0-1,-1 1,1-1,0 1,0-1,0 1,0-1,0 1,0-1,0 1,0-1,0 1,0-1,0 1,0-1,0 1,0-1,1 1,-1-1,0 1,0-1,0 1,1 0,-1-1,0 1,1-1,-1 1,0 0,1-1,-1 1,0 0,1-1,-1 1,1 0,-1 0,1-1,-1 1,1 0,-1 0,1 0,-1 0,1-1,-1 1,1 0,-1 0,1 0,-1 0,1 0,-1 0,1 0,0 1,36-1,-29 1,12-1,0 1,-1 2,1 0,-1 1,0 0,24 10,-29-9,0-1,1-1,0 0,0-1,0 0,0-2,0 0,19-2,-32 2,1 0,0-1,0 0,-1 0,1 0,0 0,-1 0,1 0,-1-1,0 1,1-1,-1 0,0 1,0-1,0 0,0 0,3-5,1-1,-1-1,0 0,5-14,-6 14,3-5,-4 8,-1 1,0-1,0 0,0 0,0 1,1-11,3-33,-2 25,1-39,-6 21,-2 0,-2 0,-14-58,17 87,1 0,0 0,1-27,0 13,0 23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36:03.756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36:04.746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36:12.274"/>
    </inkml:context>
    <inkml:brush xml:id="br0">
      <inkml:brushProperty name="width" value="0.1" units="cm"/>
      <inkml:brushProperty name="height" value="0.2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36:16.812"/>
    </inkml:context>
    <inkml:brush xml:id="br0">
      <inkml:brushProperty name="width" value="0.1" units="cm"/>
      <inkml:brushProperty name="height" value="0.2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48 145,'-2'0,"1"0,0-1,0 1,0-1,-1 0,1 1,0-1,0 0,0 1,0-1,0 0,0 0,1 0,-1 0,0 0,0 0,1 0,-1 0,0-1,1 1,-1-2,-10-27,10 29,-1-7,-1 0,1 0,0 0,0 0,1 0,0 0,0-10,1 3,0 10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36:20.880"/>
    </inkml:context>
    <inkml:brush xml:id="br0">
      <inkml:brushProperty name="width" value="0.1" units="cm"/>
      <inkml:brushProperty name="height" value="0.2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0,'3'0,"-1"0,0 1,1-1,-1 0,1 1,-1-1,0 1,1 0,-1 0,0 0,0 0,0 0,1 1,-1-1,0 0,-1 1,1 0,0-1,2 4,13 10,10-2,-23-11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36:27.023"/>
    </inkml:context>
    <inkml:brush xml:id="br0">
      <inkml:brushProperty name="width" value="0.1" units="cm"/>
      <inkml:brushProperty name="height" value="0.2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136 144,'-43'-26,"8"6,31 19,0-1,1 0,-1 1,1-1,0 0,-1-1,1 1,0-1,0 1,1-1,-1 0,0 0,1 0,-3-5,3 5,1 0,0 0,0 0,0 0,0 0,0-1,1 1,0 0,-1-6,1 10,1 1,-1-1,0 0,0 0,1 0,-1 1,1-1,-1 0,1 0,0 0,-1 0,1 0,0 0,0 0,0 0,1 2,23 16,-22-17,1 0,0 1,-1 0,1 0,-1 0,0 0,5 7,-57-90,44 70,5 16,2 15,-2-16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36:29.125"/>
    </inkml:context>
    <inkml:brush xml:id="br0">
      <inkml:brushProperty name="width" value="0.1" units="cm"/>
      <inkml:brushProperty name="height" value="0.2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36:31.357"/>
    </inkml:context>
    <inkml:brush xml:id="br0">
      <inkml:brushProperty name="width" value="0.1" units="cm"/>
      <inkml:brushProperty name="height" value="0.2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36:34.511"/>
    </inkml:context>
    <inkml:brush xml:id="br0">
      <inkml:brushProperty name="width" value="0.1" units="cm"/>
      <inkml:brushProperty name="height" value="0.2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36:35.563"/>
    </inkml:context>
    <inkml:brush xml:id="br0">
      <inkml:brushProperty name="width" value="0.1" units="cm"/>
      <inkml:brushProperty name="height" value="0.2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36:36.904"/>
    </inkml:context>
    <inkml:brush xml:id="br0">
      <inkml:brushProperty name="width" value="0.1" units="cm"/>
      <inkml:brushProperty name="height" value="0.2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36:38.229"/>
    </inkml:context>
    <inkml:brush xml:id="br0">
      <inkml:brushProperty name="width" value="0.1" units="cm"/>
      <inkml:brushProperty name="height" value="0.2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0 1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3T02:36:41.578"/>
    </inkml:context>
    <inkml:brush xml:id="br0">
      <inkml:brushProperty name="width" value="0.1" units="cm"/>
      <inkml:brushProperty name="height" value="0.2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629B3-C690-A48A-994E-B8C685316B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F5FA99-31FB-7D3B-6802-2E2165E058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F140A-5EBF-F0DE-708E-202D982A3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F0819-FCF3-4DE1-AC9C-6EEE9E372D0F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AB84A4-DD35-4114-A2B1-1588F122E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0EC43E-5B54-D337-E384-3F3077FD6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760A1-FBF7-4867-8897-337A73E87D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198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448FD-1A29-2077-68BD-650C0B74E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DC8E8-83C4-A8DA-9ABC-E7CD5F1F2F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613822-F46E-E855-0A67-018661850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F0819-FCF3-4DE1-AC9C-6EEE9E372D0F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78BED-E512-B61F-E802-5428F70EC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36F42B-F784-6CA7-C790-106259E38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760A1-FBF7-4867-8897-337A73E87D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1764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35306-36CA-8F07-9DC5-D146C5120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379D92-4045-60E9-656F-EA6EC1300B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C7DA4-40A0-0700-4088-7FA6BCE1F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F0819-FCF3-4DE1-AC9C-6EEE9E372D0F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46154A-BEF9-4D70-77B4-2F0F21A03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1DEA5B-C105-CC4A-7B11-CCEB5331C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760A1-FBF7-4867-8897-337A73E87D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1293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F955F-972C-D6EE-A63D-A7975C3A5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6C7A5-14CB-F83E-419A-93E86FC0C7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ADF756-956B-D10B-49CC-6128C6436E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E12340-DA63-C9E6-85AB-1DBD30461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F0819-FCF3-4DE1-AC9C-6EEE9E372D0F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F15FBC-A0F1-C616-650D-2309B5E7A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29C035-298D-B691-E557-A4415B49F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760A1-FBF7-4867-8897-337A73E87D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835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1DBB2-C9C4-0F1E-7889-13B002928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F0F300-925A-5F54-AB29-9ABE8E18E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F980A5-2963-6050-D64A-DCC67F3160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D8F040-A15E-FD66-D268-A0C37D7BD6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DAA4EF-0FB6-2FC0-2C10-537CE592AD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1BADC8-F0BB-9497-BF39-C01D7EC6B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F0819-FCF3-4DE1-AC9C-6EEE9E372D0F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DD8F90-8884-0A8F-BB71-F0B15BCE5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1409A4-22AE-C869-3DCF-E07555087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760A1-FBF7-4867-8897-337A73E87D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3943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D0305-8A9B-5772-4BF6-FDBD22B8D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84D56D-D960-D15B-39D4-72FD24C4E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F0819-FCF3-4DE1-AC9C-6EEE9E372D0F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D5505-69D3-4C80-D514-9324F4FDA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3D9A2D-E802-5693-63DB-DDF2744E5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760A1-FBF7-4867-8897-337A73E87D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7853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FBF077-2EAA-904F-7F81-364FAAC78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F0819-FCF3-4DE1-AC9C-6EEE9E372D0F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65A778-3ACD-E8C4-AFE8-4BDD87FBA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BF9615-535D-BF39-AA64-5896BEE94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760A1-FBF7-4867-8897-337A73E87D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6986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A58DB-D3AE-4C94-E9D8-1D063A537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AAB40-6154-807E-3E6A-FA17B8AE0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3E54CC-2616-6B3C-DBDC-600CCFEE4C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186C24-3369-CA57-EAE2-BDC440407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F0819-FCF3-4DE1-AC9C-6EEE9E372D0F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82EB97-B3B5-7531-A6FF-47EFE0FD9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731578-9E49-BC4F-E793-FA363AFB2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760A1-FBF7-4867-8897-337A73E87D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4376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725DB-59D1-30AC-38AF-F8670A37A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51A236-5CA6-754C-881E-B528E3C0DC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592A8C-1536-CA89-F3B4-4D8901CF64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430F97-6F57-901A-3520-636D753F0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F0819-FCF3-4DE1-AC9C-6EEE9E372D0F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A1A27B-9BC5-D1F5-F727-AEC389282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55E7D7-4FDD-672E-6142-86B885C22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760A1-FBF7-4867-8897-337A73E87D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6255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75B6B-68F6-1D92-9781-C0135EBFC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32C6B2-4AC5-22D0-BEE0-04D8BD6745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E929E4-3C93-5409-A826-499BAC28F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F0819-FCF3-4DE1-AC9C-6EEE9E372D0F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C2BA5C-2CC3-8D9F-B55C-C9CACA8C4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E7D2EA-DF71-1FEC-DBBD-781F250F3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760A1-FBF7-4867-8897-337A73E87D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4444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47CFFD-DDDE-663C-EFDC-E4B614A7AB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5B45AE-5415-6B9E-B31F-EF77EE8D0E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BD6DC5-2B91-A209-E534-66299216E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F0819-FCF3-4DE1-AC9C-6EEE9E372D0F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FF404-6757-B643-FF7C-EB9D8906E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6AA75-C414-4C94-5C5B-BB632C1F4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760A1-FBF7-4867-8897-337A73E87D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9077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0ADA2B-8F98-4465-21AB-914523859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965D50-10C4-5F1F-3E3B-060625FEE6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CD4874-C37C-633F-2F98-EABBDE17BF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EF0819-FCF3-4DE1-AC9C-6EEE9E372D0F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ADF5B7-C9E6-F1AD-4FA2-64AB193B16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2C1738-8DFA-3F7A-2065-35D4E70D91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8760A1-FBF7-4867-8897-337A73E87D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2247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47" Type="http://schemas.openxmlformats.org/officeDocument/2006/relationships/image" Target="../media/image23.png"/><Relationship Id="rId63" Type="http://schemas.openxmlformats.org/officeDocument/2006/relationships/customXml" Target="../ink/ink32.xml"/><Relationship Id="rId68" Type="http://schemas.openxmlformats.org/officeDocument/2006/relationships/customXml" Target="../ink/ink37.xml"/><Relationship Id="rId7" Type="http://schemas.openxmlformats.org/officeDocument/2006/relationships/image" Target="../media/image3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9" Type="http://schemas.openxmlformats.org/officeDocument/2006/relationships/image" Target="../media/image14.png"/><Relationship Id="rId11" Type="http://schemas.openxmlformats.org/officeDocument/2006/relationships/image" Target="../media/image5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18.png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53" Type="http://schemas.openxmlformats.org/officeDocument/2006/relationships/image" Target="../media/image26.png"/><Relationship Id="rId58" Type="http://schemas.openxmlformats.org/officeDocument/2006/relationships/customXml" Target="../ink/ink29.xml"/><Relationship Id="rId66" Type="http://schemas.openxmlformats.org/officeDocument/2006/relationships/customXml" Target="../ink/ink35.xml"/><Relationship Id="rId5" Type="http://schemas.openxmlformats.org/officeDocument/2006/relationships/image" Target="../media/image2.png"/><Relationship Id="rId61" Type="http://schemas.openxmlformats.org/officeDocument/2006/relationships/image" Target="../media/image30.png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43" Type="http://schemas.openxmlformats.org/officeDocument/2006/relationships/image" Target="../media/image21.png"/><Relationship Id="rId48" Type="http://schemas.openxmlformats.org/officeDocument/2006/relationships/customXml" Target="../ink/ink24.xml"/><Relationship Id="rId56" Type="http://schemas.openxmlformats.org/officeDocument/2006/relationships/customXml" Target="../ink/ink28.xml"/><Relationship Id="rId64" Type="http://schemas.openxmlformats.org/officeDocument/2006/relationships/customXml" Target="../ink/ink33.xml"/><Relationship Id="rId69" Type="http://schemas.openxmlformats.org/officeDocument/2006/relationships/customXml" Target="../ink/ink38.xml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3" Type="http://schemas.openxmlformats.org/officeDocument/2006/relationships/image" Target="../media/image1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46" Type="http://schemas.openxmlformats.org/officeDocument/2006/relationships/customXml" Target="../ink/ink23.xml"/><Relationship Id="rId59" Type="http://schemas.openxmlformats.org/officeDocument/2006/relationships/image" Target="../media/image29.png"/><Relationship Id="rId67" Type="http://schemas.openxmlformats.org/officeDocument/2006/relationships/customXml" Target="../ink/ink36.xml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54" Type="http://schemas.openxmlformats.org/officeDocument/2006/relationships/customXml" Target="../ink/ink27.xml"/><Relationship Id="rId62" Type="http://schemas.openxmlformats.org/officeDocument/2006/relationships/customXml" Target="../ink/ink31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24.png"/><Relationship Id="rId57" Type="http://schemas.openxmlformats.org/officeDocument/2006/relationships/image" Target="../media/image28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60" Type="http://schemas.openxmlformats.org/officeDocument/2006/relationships/customXml" Target="../ink/ink30.xml"/><Relationship Id="rId65" Type="http://schemas.openxmlformats.org/officeDocument/2006/relationships/customXml" Target="../ink/ink34.xml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7.png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51.xml"/><Relationship Id="rId21" Type="http://schemas.openxmlformats.org/officeDocument/2006/relationships/image" Target="../media/image10.png"/><Relationship Id="rId42" Type="http://schemas.openxmlformats.org/officeDocument/2006/relationships/customXml" Target="../ink/ink59.xml"/><Relationship Id="rId47" Type="http://schemas.openxmlformats.org/officeDocument/2006/relationships/image" Target="../media/image23.png"/><Relationship Id="rId63" Type="http://schemas.openxmlformats.org/officeDocument/2006/relationships/customXml" Target="../ink/ink70.xml"/><Relationship Id="rId68" Type="http://schemas.openxmlformats.org/officeDocument/2006/relationships/customXml" Target="../ink/ink75.xml"/><Relationship Id="rId84" Type="http://schemas.openxmlformats.org/officeDocument/2006/relationships/customXml" Target="../ink/ink85.xml"/><Relationship Id="rId89" Type="http://schemas.openxmlformats.org/officeDocument/2006/relationships/image" Target="../media/image38.png"/><Relationship Id="rId16" Type="http://schemas.openxmlformats.org/officeDocument/2006/relationships/customXml" Target="../ink/ink46.xml"/><Relationship Id="rId11" Type="http://schemas.openxmlformats.org/officeDocument/2006/relationships/image" Target="../media/image5.png"/><Relationship Id="rId32" Type="http://schemas.openxmlformats.org/officeDocument/2006/relationships/customXml" Target="../ink/ink54.xml"/><Relationship Id="rId37" Type="http://schemas.openxmlformats.org/officeDocument/2006/relationships/image" Target="../media/image18.png"/><Relationship Id="rId53" Type="http://schemas.openxmlformats.org/officeDocument/2006/relationships/image" Target="../media/image26.png"/><Relationship Id="rId58" Type="http://schemas.openxmlformats.org/officeDocument/2006/relationships/customXml" Target="../ink/ink67.xml"/><Relationship Id="rId74" Type="http://schemas.openxmlformats.org/officeDocument/2006/relationships/customXml" Target="../ink/ink79.xml"/><Relationship Id="rId79" Type="http://schemas.openxmlformats.org/officeDocument/2006/relationships/customXml" Target="../ink/ink82.xml"/><Relationship Id="rId102" Type="http://schemas.openxmlformats.org/officeDocument/2006/relationships/customXml" Target="../ink/ink98.xml"/><Relationship Id="rId5" Type="http://schemas.openxmlformats.org/officeDocument/2006/relationships/image" Target="../media/image2.png"/><Relationship Id="rId90" Type="http://schemas.openxmlformats.org/officeDocument/2006/relationships/customXml" Target="../ink/ink89.xml"/><Relationship Id="rId95" Type="http://schemas.openxmlformats.org/officeDocument/2006/relationships/image" Target="../media/image41.png"/><Relationship Id="rId22" Type="http://schemas.openxmlformats.org/officeDocument/2006/relationships/customXml" Target="../ink/ink49.xml"/><Relationship Id="rId27" Type="http://schemas.openxmlformats.org/officeDocument/2006/relationships/image" Target="../media/image13.png"/><Relationship Id="rId43" Type="http://schemas.openxmlformats.org/officeDocument/2006/relationships/image" Target="../media/image21.png"/><Relationship Id="rId48" Type="http://schemas.openxmlformats.org/officeDocument/2006/relationships/customXml" Target="../ink/ink62.xml"/><Relationship Id="rId64" Type="http://schemas.openxmlformats.org/officeDocument/2006/relationships/customXml" Target="../ink/ink71.xml"/><Relationship Id="rId69" Type="http://schemas.openxmlformats.org/officeDocument/2006/relationships/customXml" Target="../ink/ink76.xml"/><Relationship Id="rId80" Type="http://schemas.openxmlformats.org/officeDocument/2006/relationships/image" Target="../media/image35.png"/><Relationship Id="rId85" Type="http://schemas.openxmlformats.org/officeDocument/2006/relationships/image" Target="../media/image37.png"/><Relationship Id="rId12" Type="http://schemas.openxmlformats.org/officeDocument/2006/relationships/customXml" Target="../ink/ink44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33" Type="http://schemas.openxmlformats.org/officeDocument/2006/relationships/image" Target="../media/image16.png"/><Relationship Id="rId38" Type="http://schemas.openxmlformats.org/officeDocument/2006/relationships/customXml" Target="../ink/ink57.xml"/><Relationship Id="rId46" Type="http://schemas.openxmlformats.org/officeDocument/2006/relationships/customXml" Target="../ink/ink61.xml"/><Relationship Id="rId59" Type="http://schemas.openxmlformats.org/officeDocument/2006/relationships/image" Target="../media/image29.png"/><Relationship Id="rId67" Type="http://schemas.openxmlformats.org/officeDocument/2006/relationships/customXml" Target="../ink/ink74.xml"/><Relationship Id="rId20" Type="http://schemas.openxmlformats.org/officeDocument/2006/relationships/customXml" Target="../ink/ink48.xml"/><Relationship Id="rId41" Type="http://schemas.openxmlformats.org/officeDocument/2006/relationships/image" Target="../media/image20.png"/><Relationship Id="rId54" Type="http://schemas.openxmlformats.org/officeDocument/2006/relationships/customXml" Target="../ink/ink65.xml"/><Relationship Id="rId62" Type="http://schemas.openxmlformats.org/officeDocument/2006/relationships/customXml" Target="../ink/ink69.xml"/><Relationship Id="rId70" Type="http://schemas.openxmlformats.org/officeDocument/2006/relationships/customXml" Target="../ink/ink77.xml"/><Relationship Id="rId75" Type="http://schemas.openxmlformats.org/officeDocument/2006/relationships/image" Target="../media/image33.png"/><Relationship Id="rId83" Type="http://schemas.openxmlformats.org/officeDocument/2006/relationships/customXml" Target="../ink/ink84.xml"/><Relationship Id="rId88" Type="http://schemas.openxmlformats.org/officeDocument/2006/relationships/customXml" Target="../ink/ink88.xml"/><Relationship Id="rId91" Type="http://schemas.openxmlformats.org/officeDocument/2006/relationships/image" Target="../media/image39.png"/><Relationship Id="rId96" Type="http://schemas.openxmlformats.org/officeDocument/2006/relationships/customXml" Target="../ink/ink92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41.xml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52.xml"/><Relationship Id="rId36" Type="http://schemas.openxmlformats.org/officeDocument/2006/relationships/customXml" Target="../ink/ink56.xml"/><Relationship Id="rId49" Type="http://schemas.openxmlformats.org/officeDocument/2006/relationships/image" Target="../media/image24.png"/><Relationship Id="rId57" Type="http://schemas.openxmlformats.org/officeDocument/2006/relationships/image" Target="../media/image28.png"/><Relationship Id="rId10" Type="http://schemas.openxmlformats.org/officeDocument/2006/relationships/customXml" Target="../ink/ink43.xml"/><Relationship Id="rId31" Type="http://schemas.openxmlformats.org/officeDocument/2006/relationships/image" Target="../media/image15.png"/><Relationship Id="rId44" Type="http://schemas.openxmlformats.org/officeDocument/2006/relationships/customXml" Target="../ink/ink60.xml"/><Relationship Id="rId52" Type="http://schemas.openxmlformats.org/officeDocument/2006/relationships/customXml" Target="../ink/ink64.xml"/><Relationship Id="rId60" Type="http://schemas.openxmlformats.org/officeDocument/2006/relationships/customXml" Target="../ink/ink68.xml"/><Relationship Id="rId65" Type="http://schemas.openxmlformats.org/officeDocument/2006/relationships/customXml" Target="../ink/ink72.xml"/><Relationship Id="rId73" Type="http://schemas.openxmlformats.org/officeDocument/2006/relationships/image" Target="../media/image32.png"/><Relationship Id="rId78" Type="http://schemas.openxmlformats.org/officeDocument/2006/relationships/customXml" Target="../ink/ink81.xml"/><Relationship Id="rId81" Type="http://schemas.openxmlformats.org/officeDocument/2006/relationships/customXml" Target="../ink/ink83.xml"/><Relationship Id="rId86" Type="http://schemas.openxmlformats.org/officeDocument/2006/relationships/customXml" Target="../ink/ink86.xml"/><Relationship Id="rId94" Type="http://schemas.openxmlformats.org/officeDocument/2006/relationships/customXml" Target="../ink/ink91.xml"/><Relationship Id="rId99" Type="http://schemas.openxmlformats.org/officeDocument/2006/relationships/customXml" Target="../ink/ink95.xml"/><Relationship Id="rId101" Type="http://schemas.openxmlformats.org/officeDocument/2006/relationships/customXml" Target="../ink/ink97.xml"/><Relationship Id="rId4" Type="http://schemas.openxmlformats.org/officeDocument/2006/relationships/customXml" Target="../ink/ink40.xml"/><Relationship Id="rId9" Type="http://schemas.openxmlformats.org/officeDocument/2006/relationships/image" Target="../media/image4.png"/><Relationship Id="rId13" Type="http://schemas.openxmlformats.org/officeDocument/2006/relationships/image" Target="../media/image6.png"/><Relationship Id="rId18" Type="http://schemas.openxmlformats.org/officeDocument/2006/relationships/customXml" Target="../ink/ink47.xml"/><Relationship Id="rId39" Type="http://schemas.openxmlformats.org/officeDocument/2006/relationships/image" Target="../media/image19.png"/><Relationship Id="rId34" Type="http://schemas.openxmlformats.org/officeDocument/2006/relationships/customXml" Target="../ink/ink55.xml"/><Relationship Id="rId50" Type="http://schemas.openxmlformats.org/officeDocument/2006/relationships/customXml" Target="../ink/ink63.xml"/><Relationship Id="rId55" Type="http://schemas.openxmlformats.org/officeDocument/2006/relationships/image" Target="../media/image27.png"/><Relationship Id="rId76" Type="http://schemas.openxmlformats.org/officeDocument/2006/relationships/customXml" Target="../ink/ink80.xml"/><Relationship Id="rId97" Type="http://schemas.openxmlformats.org/officeDocument/2006/relationships/customXml" Target="../ink/ink93.xml"/><Relationship Id="rId7" Type="http://schemas.openxmlformats.org/officeDocument/2006/relationships/image" Target="../media/image3.png"/><Relationship Id="rId71" Type="http://schemas.openxmlformats.org/officeDocument/2006/relationships/image" Target="../media/image31.png"/><Relationship Id="rId92" Type="http://schemas.openxmlformats.org/officeDocument/2006/relationships/customXml" Target="../ink/ink90.xml"/><Relationship Id="rId2" Type="http://schemas.openxmlformats.org/officeDocument/2006/relationships/customXml" Target="../ink/ink39.xml"/><Relationship Id="rId29" Type="http://schemas.openxmlformats.org/officeDocument/2006/relationships/image" Target="../media/image14.png"/><Relationship Id="rId24" Type="http://schemas.openxmlformats.org/officeDocument/2006/relationships/customXml" Target="../ink/ink50.xml"/><Relationship Id="rId40" Type="http://schemas.openxmlformats.org/officeDocument/2006/relationships/customXml" Target="../ink/ink58.xml"/><Relationship Id="rId45" Type="http://schemas.openxmlformats.org/officeDocument/2006/relationships/image" Target="../media/image22.png"/><Relationship Id="rId66" Type="http://schemas.openxmlformats.org/officeDocument/2006/relationships/customXml" Target="../ink/ink73.xml"/><Relationship Id="rId87" Type="http://schemas.openxmlformats.org/officeDocument/2006/relationships/customXml" Target="../ink/ink87.xml"/><Relationship Id="rId61" Type="http://schemas.openxmlformats.org/officeDocument/2006/relationships/image" Target="../media/image30.png"/><Relationship Id="rId82" Type="http://schemas.openxmlformats.org/officeDocument/2006/relationships/image" Target="../media/image36.png"/><Relationship Id="rId19" Type="http://schemas.openxmlformats.org/officeDocument/2006/relationships/image" Target="../media/image9.png"/><Relationship Id="rId14" Type="http://schemas.openxmlformats.org/officeDocument/2006/relationships/customXml" Target="../ink/ink45.xml"/><Relationship Id="rId30" Type="http://schemas.openxmlformats.org/officeDocument/2006/relationships/customXml" Target="../ink/ink53.xml"/><Relationship Id="rId35" Type="http://schemas.openxmlformats.org/officeDocument/2006/relationships/image" Target="../media/image17.png"/><Relationship Id="rId56" Type="http://schemas.openxmlformats.org/officeDocument/2006/relationships/customXml" Target="../ink/ink66.xml"/><Relationship Id="rId77" Type="http://schemas.openxmlformats.org/officeDocument/2006/relationships/image" Target="../media/image34.png"/><Relationship Id="rId100" Type="http://schemas.openxmlformats.org/officeDocument/2006/relationships/customXml" Target="../ink/ink96.xml"/><Relationship Id="rId8" Type="http://schemas.openxmlformats.org/officeDocument/2006/relationships/customXml" Target="../ink/ink42.xml"/><Relationship Id="rId51" Type="http://schemas.openxmlformats.org/officeDocument/2006/relationships/image" Target="../media/image25.png"/><Relationship Id="rId72" Type="http://schemas.openxmlformats.org/officeDocument/2006/relationships/customXml" Target="../ink/ink78.xml"/><Relationship Id="rId93" Type="http://schemas.openxmlformats.org/officeDocument/2006/relationships/image" Target="../media/image40.png"/><Relationship Id="rId98" Type="http://schemas.openxmlformats.org/officeDocument/2006/relationships/customXml" Target="../ink/ink9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roup">
            <a:extLst>
              <a:ext uri="{FF2B5EF4-FFF2-40B4-BE49-F238E27FC236}">
                <a16:creationId xmlns:a16="http://schemas.microsoft.com/office/drawing/2014/main" id="{C927384A-A58F-56C6-4134-4758BA739815}"/>
              </a:ext>
            </a:extLst>
          </p:cNvPr>
          <p:cNvGrpSpPr/>
          <p:nvPr/>
        </p:nvGrpSpPr>
        <p:grpSpPr>
          <a:xfrm>
            <a:off x="2301106" y="1574280"/>
            <a:ext cx="3106596" cy="3143588"/>
            <a:chOff x="0" y="0"/>
            <a:chExt cx="5873786" cy="5873786"/>
          </a:xfrm>
        </p:grpSpPr>
        <p:sp>
          <p:nvSpPr>
            <p:cNvPr id="89" name="Line">
              <a:extLst>
                <a:ext uri="{FF2B5EF4-FFF2-40B4-BE49-F238E27FC236}">
                  <a16:creationId xmlns:a16="http://schemas.microsoft.com/office/drawing/2014/main" id="{04934250-4064-AC46-D229-50DC38B7E82C}"/>
                </a:ext>
              </a:extLst>
            </p:cNvPr>
            <p:cNvSpPr/>
            <p:nvPr/>
          </p:nvSpPr>
          <p:spPr>
            <a:xfrm flipV="1">
              <a:off x="15893" y="0"/>
              <a:ext cx="1" cy="5873787"/>
            </a:xfrm>
            <a:prstGeom prst="line">
              <a:avLst/>
            </a:prstGeom>
            <a:noFill/>
            <a:ln w="1016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90" name="Line">
              <a:extLst>
                <a:ext uri="{FF2B5EF4-FFF2-40B4-BE49-F238E27FC236}">
                  <a16:creationId xmlns:a16="http://schemas.microsoft.com/office/drawing/2014/main" id="{569E5E18-511A-B802-1BC2-294C18F18D7E}"/>
                </a:ext>
              </a:extLst>
            </p:cNvPr>
            <p:cNvSpPr/>
            <p:nvPr/>
          </p:nvSpPr>
          <p:spPr>
            <a:xfrm>
              <a:off x="0" y="5857893"/>
              <a:ext cx="5873787" cy="1"/>
            </a:xfrm>
            <a:prstGeom prst="line">
              <a:avLst/>
            </a:prstGeom>
            <a:noFill/>
            <a:ln w="1016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84B6FAE-D25E-DF3A-6F58-E20D9491A5C9}"/>
              </a:ext>
            </a:extLst>
          </p:cNvPr>
          <p:cNvCxnSpPr/>
          <p:nvPr/>
        </p:nvCxnSpPr>
        <p:spPr>
          <a:xfrm flipV="1">
            <a:off x="3012034" y="1513180"/>
            <a:ext cx="0" cy="3160166"/>
          </a:xfrm>
          <a:prstGeom prst="line">
            <a:avLst/>
          </a:prstGeom>
          <a:ln w="1270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15E86DF9-C85D-9B26-3E46-A50760F70CF7}"/>
              </a:ext>
            </a:extLst>
          </p:cNvPr>
          <p:cNvCxnSpPr/>
          <p:nvPr/>
        </p:nvCxnSpPr>
        <p:spPr>
          <a:xfrm flipV="1">
            <a:off x="3939843" y="1513180"/>
            <a:ext cx="0" cy="3160166"/>
          </a:xfrm>
          <a:prstGeom prst="line">
            <a:avLst/>
          </a:prstGeom>
          <a:ln w="1270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4EDB7F41-58FA-316D-9287-22BD94AC97BC}"/>
              </a:ext>
            </a:extLst>
          </p:cNvPr>
          <p:cNvCxnSpPr/>
          <p:nvPr/>
        </p:nvCxnSpPr>
        <p:spPr>
          <a:xfrm flipV="1">
            <a:off x="4823765" y="1513180"/>
            <a:ext cx="0" cy="3160166"/>
          </a:xfrm>
          <a:prstGeom prst="line">
            <a:avLst/>
          </a:prstGeom>
          <a:ln w="1270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E0637AD8-77A2-206A-A9C4-36C52A62EB0D}"/>
              </a:ext>
            </a:extLst>
          </p:cNvPr>
          <p:cNvCxnSpPr/>
          <p:nvPr/>
        </p:nvCxnSpPr>
        <p:spPr>
          <a:xfrm>
            <a:off x="2301106" y="3978402"/>
            <a:ext cx="3106597" cy="0"/>
          </a:xfrm>
          <a:prstGeom prst="line">
            <a:avLst/>
          </a:prstGeom>
          <a:ln w="1270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93A4DEA-A441-B155-026A-6BFB981E11E8}"/>
              </a:ext>
            </a:extLst>
          </p:cNvPr>
          <p:cNvCxnSpPr/>
          <p:nvPr/>
        </p:nvCxnSpPr>
        <p:spPr>
          <a:xfrm>
            <a:off x="2309512" y="2975000"/>
            <a:ext cx="3106597" cy="0"/>
          </a:xfrm>
          <a:prstGeom prst="line">
            <a:avLst/>
          </a:prstGeom>
          <a:ln w="1270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33A4851E-68B1-DEBD-8A71-D1D7BF303363}"/>
              </a:ext>
            </a:extLst>
          </p:cNvPr>
          <p:cNvCxnSpPr/>
          <p:nvPr/>
        </p:nvCxnSpPr>
        <p:spPr>
          <a:xfrm>
            <a:off x="2309512" y="2022805"/>
            <a:ext cx="3106597" cy="0"/>
          </a:xfrm>
          <a:prstGeom prst="line">
            <a:avLst/>
          </a:prstGeom>
          <a:ln w="1270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3" name="Oval 102">
            <a:extLst>
              <a:ext uri="{FF2B5EF4-FFF2-40B4-BE49-F238E27FC236}">
                <a16:creationId xmlns:a16="http://schemas.microsoft.com/office/drawing/2014/main" id="{CB472694-68EE-7363-4761-AE054B46994F}"/>
              </a:ext>
            </a:extLst>
          </p:cNvPr>
          <p:cNvSpPr/>
          <p:nvPr/>
        </p:nvSpPr>
        <p:spPr>
          <a:xfrm>
            <a:off x="2934483" y="3878097"/>
            <a:ext cx="168250" cy="20060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FA8FB820-315A-5907-0F3D-2B73699BEFD5}"/>
              </a:ext>
            </a:extLst>
          </p:cNvPr>
          <p:cNvSpPr/>
          <p:nvPr/>
        </p:nvSpPr>
        <p:spPr>
          <a:xfrm>
            <a:off x="3848403" y="2892654"/>
            <a:ext cx="168250" cy="20060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C4519F68-944B-74D3-628B-6ABDA7B0F941}"/>
              </a:ext>
            </a:extLst>
          </p:cNvPr>
          <p:cNvSpPr/>
          <p:nvPr/>
        </p:nvSpPr>
        <p:spPr>
          <a:xfrm>
            <a:off x="3848403" y="1907210"/>
            <a:ext cx="168250" cy="20060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62F818F3-A00D-F47D-EA2A-A24E5F713273}"/>
              </a:ext>
            </a:extLst>
          </p:cNvPr>
          <p:cNvSpPr/>
          <p:nvPr/>
        </p:nvSpPr>
        <p:spPr>
          <a:xfrm>
            <a:off x="4739640" y="1896898"/>
            <a:ext cx="168250" cy="20060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99310F74-E063-CB1F-9DDB-0B0F35BF3125}"/>
              </a:ext>
            </a:extLst>
          </p:cNvPr>
          <p:cNvSpPr/>
          <p:nvPr/>
        </p:nvSpPr>
        <p:spPr>
          <a:xfrm>
            <a:off x="4739640" y="2874695"/>
            <a:ext cx="168250" cy="20060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4A8855D8-66FC-8016-A912-ED5D0CD1C881}"/>
              </a:ext>
            </a:extLst>
          </p:cNvPr>
          <p:cNvSpPr/>
          <p:nvPr/>
        </p:nvSpPr>
        <p:spPr>
          <a:xfrm>
            <a:off x="4739640" y="3852492"/>
            <a:ext cx="168250" cy="20060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6856A5D1-87C2-7C18-AE0F-FACC02811B7D}"/>
              </a:ext>
            </a:extLst>
          </p:cNvPr>
          <p:cNvSpPr/>
          <p:nvPr/>
        </p:nvSpPr>
        <p:spPr>
          <a:xfrm>
            <a:off x="2931566" y="1922500"/>
            <a:ext cx="168250" cy="20060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4FE13714-2EA3-11F1-2739-C3D9DADB89CC}"/>
              </a:ext>
            </a:extLst>
          </p:cNvPr>
          <p:cNvSpPr/>
          <p:nvPr/>
        </p:nvSpPr>
        <p:spPr>
          <a:xfrm>
            <a:off x="2927909" y="2892653"/>
            <a:ext cx="168250" cy="20060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0EA8D9AB-2A5B-232C-4164-0B85B766EC85}"/>
              </a:ext>
            </a:extLst>
          </p:cNvPr>
          <p:cNvSpPr/>
          <p:nvPr/>
        </p:nvSpPr>
        <p:spPr>
          <a:xfrm>
            <a:off x="3849144" y="3860139"/>
            <a:ext cx="168250" cy="20060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12" name="Group">
            <a:extLst>
              <a:ext uri="{FF2B5EF4-FFF2-40B4-BE49-F238E27FC236}">
                <a16:creationId xmlns:a16="http://schemas.microsoft.com/office/drawing/2014/main" id="{1FCACB17-8059-532A-5614-D216C6FB6FF4}"/>
              </a:ext>
            </a:extLst>
          </p:cNvPr>
          <p:cNvGrpSpPr/>
          <p:nvPr/>
        </p:nvGrpSpPr>
        <p:grpSpPr>
          <a:xfrm>
            <a:off x="6762158" y="1595010"/>
            <a:ext cx="3106596" cy="3143588"/>
            <a:chOff x="0" y="0"/>
            <a:chExt cx="5873786" cy="5873786"/>
          </a:xfrm>
        </p:grpSpPr>
        <p:sp>
          <p:nvSpPr>
            <p:cNvPr id="113" name="Line">
              <a:extLst>
                <a:ext uri="{FF2B5EF4-FFF2-40B4-BE49-F238E27FC236}">
                  <a16:creationId xmlns:a16="http://schemas.microsoft.com/office/drawing/2014/main" id="{D492E20A-BA51-3A31-FD8E-526721349721}"/>
                </a:ext>
              </a:extLst>
            </p:cNvPr>
            <p:cNvSpPr/>
            <p:nvPr/>
          </p:nvSpPr>
          <p:spPr>
            <a:xfrm flipV="1">
              <a:off x="15893" y="0"/>
              <a:ext cx="1" cy="5873787"/>
            </a:xfrm>
            <a:prstGeom prst="line">
              <a:avLst/>
            </a:prstGeom>
            <a:noFill/>
            <a:ln w="1016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14" name="Line">
              <a:extLst>
                <a:ext uri="{FF2B5EF4-FFF2-40B4-BE49-F238E27FC236}">
                  <a16:creationId xmlns:a16="http://schemas.microsoft.com/office/drawing/2014/main" id="{A01DC8F3-A2EF-2FA2-DA54-3A288C3225CE}"/>
                </a:ext>
              </a:extLst>
            </p:cNvPr>
            <p:cNvSpPr/>
            <p:nvPr/>
          </p:nvSpPr>
          <p:spPr>
            <a:xfrm>
              <a:off x="0" y="5857893"/>
              <a:ext cx="5873787" cy="1"/>
            </a:xfrm>
            <a:prstGeom prst="line">
              <a:avLst/>
            </a:prstGeom>
            <a:noFill/>
            <a:ln w="1016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9D004B1D-2F4A-446C-CAB9-C4153CA8F5EB}"/>
              </a:ext>
            </a:extLst>
          </p:cNvPr>
          <p:cNvCxnSpPr/>
          <p:nvPr/>
        </p:nvCxnSpPr>
        <p:spPr>
          <a:xfrm flipV="1">
            <a:off x="7473086" y="1533910"/>
            <a:ext cx="0" cy="3160166"/>
          </a:xfrm>
          <a:prstGeom prst="line">
            <a:avLst/>
          </a:prstGeom>
          <a:ln w="1270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69AD41C4-9968-1A71-20CC-8DFB160EC859}"/>
              </a:ext>
            </a:extLst>
          </p:cNvPr>
          <p:cNvCxnSpPr/>
          <p:nvPr/>
        </p:nvCxnSpPr>
        <p:spPr>
          <a:xfrm flipV="1">
            <a:off x="8400895" y="1533910"/>
            <a:ext cx="0" cy="3160166"/>
          </a:xfrm>
          <a:prstGeom prst="line">
            <a:avLst/>
          </a:prstGeom>
          <a:ln w="1270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623C0801-E89A-FD97-857C-B3A73D5B87CC}"/>
              </a:ext>
            </a:extLst>
          </p:cNvPr>
          <p:cNvCxnSpPr/>
          <p:nvPr/>
        </p:nvCxnSpPr>
        <p:spPr>
          <a:xfrm flipV="1">
            <a:off x="9284817" y="1533910"/>
            <a:ext cx="0" cy="3160166"/>
          </a:xfrm>
          <a:prstGeom prst="line">
            <a:avLst/>
          </a:prstGeom>
          <a:ln w="1270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BE147449-0A7D-BFF8-4B62-54221DFB0B78}"/>
              </a:ext>
            </a:extLst>
          </p:cNvPr>
          <p:cNvCxnSpPr/>
          <p:nvPr/>
        </p:nvCxnSpPr>
        <p:spPr>
          <a:xfrm>
            <a:off x="6762158" y="3999132"/>
            <a:ext cx="3106597" cy="0"/>
          </a:xfrm>
          <a:prstGeom prst="line">
            <a:avLst/>
          </a:prstGeom>
          <a:ln w="1270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72DAA2CB-EA0F-48A6-8B30-6C11878E6E7C}"/>
              </a:ext>
            </a:extLst>
          </p:cNvPr>
          <p:cNvCxnSpPr/>
          <p:nvPr/>
        </p:nvCxnSpPr>
        <p:spPr>
          <a:xfrm>
            <a:off x="6770564" y="2995730"/>
            <a:ext cx="3106597" cy="0"/>
          </a:xfrm>
          <a:prstGeom prst="line">
            <a:avLst/>
          </a:prstGeom>
          <a:ln w="1270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6DE10070-6BAC-3117-A2B6-8A3BBF97CDF9}"/>
              </a:ext>
            </a:extLst>
          </p:cNvPr>
          <p:cNvCxnSpPr/>
          <p:nvPr/>
        </p:nvCxnSpPr>
        <p:spPr>
          <a:xfrm>
            <a:off x="6770564" y="2043535"/>
            <a:ext cx="3106597" cy="0"/>
          </a:xfrm>
          <a:prstGeom prst="line">
            <a:avLst/>
          </a:prstGeom>
          <a:ln w="1270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1" name="Oval 120">
            <a:extLst>
              <a:ext uri="{FF2B5EF4-FFF2-40B4-BE49-F238E27FC236}">
                <a16:creationId xmlns:a16="http://schemas.microsoft.com/office/drawing/2014/main" id="{308784CB-1A33-4AB8-E669-DF92967CC1C5}"/>
              </a:ext>
            </a:extLst>
          </p:cNvPr>
          <p:cNvSpPr/>
          <p:nvPr/>
        </p:nvSpPr>
        <p:spPr>
          <a:xfrm>
            <a:off x="7533306" y="4125043"/>
            <a:ext cx="168250" cy="20060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A10322F1-23B2-38F3-2BE0-C18F5DABF7B6}"/>
              </a:ext>
            </a:extLst>
          </p:cNvPr>
          <p:cNvSpPr/>
          <p:nvPr/>
        </p:nvSpPr>
        <p:spPr>
          <a:xfrm>
            <a:off x="8691961" y="2661945"/>
            <a:ext cx="168250" cy="20060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2BFA3132-05E9-A34D-3613-B3559A3FE62C}"/>
              </a:ext>
            </a:extLst>
          </p:cNvPr>
          <p:cNvSpPr/>
          <p:nvPr/>
        </p:nvSpPr>
        <p:spPr>
          <a:xfrm>
            <a:off x="8067285" y="2528770"/>
            <a:ext cx="168250" cy="20060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F738D642-BBE9-CB0F-3A0C-60FA8EA21038}"/>
              </a:ext>
            </a:extLst>
          </p:cNvPr>
          <p:cNvSpPr/>
          <p:nvPr/>
        </p:nvSpPr>
        <p:spPr>
          <a:xfrm>
            <a:off x="9492661" y="2252436"/>
            <a:ext cx="168250" cy="20060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AEB6E075-1BCC-D69D-92BB-7725B5289A06}"/>
              </a:ext>
            </a:extLst>
          </p:cNvPr>
          <p:cNvSpPr/>
          <p:nvPr/>
        </p:nvSpPr>
        <p:spPr>
          <a:xfrm>
            <a:off x="9200692" y="2895425"/>
            <a:ext cx="168250" cy="20060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EF938DCE-0497-DD78-F3DB-B7FDA22C7277}"/>
              </a:ext>
            </a:extLst>
          </p:cNvPr>
          <p:cNvSpPr/>
          <p:nvPr/>
        </p:nvSpPr>
        <p:spPr>
          <a:xfrm>
            <a:off x="9433035" y="4157903"/>
            <a:ext cx="168250" cy="20060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7" name="Oval 126">
            <a:extLst>
              <a:ext uri="{FF2B5EF4-FFF2-40B4-BE49-F238E27FC236}">
                <a16:creationId xmlns:a16="http://schemas.microsoft.com/office/drawing/2014/main" id="{C30C6161-260F-3208-81E3-A04E4648C67C}"/>
              </a:ext>
            </a:extLst>
          </p:cNvPr>
          <p:cNvSpPr/>
          <p:nvPr/>
        </p:nvSpPr>
        <p:spPr>
          <a:xfrm>
            <a:off x="7839931" y="1746284"/>
            <a:ext cx="168250" cy="20060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A4CD9D02-C0FF-8662-FF4F-1237D6A25961}"/>
              </a:ext>
            </a:extLst>
          </p:cNvPr>
          <p:cNvSpPr/>
          <p:nvPr/>
        </p:nvSpPr>
        <p:spPr>
          <a:xfrm>
            <a:off x="7264100" y="2401090"/>
            <a:ext cx="168250" cy="20060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BFD784E8-2590-8B75-400D-96DFE0CA50F3}"/>
              </a:ext>
            </a:extLst>
          </p:cNvPr>
          <p:cNvSpPr/>
          <p:nvPr/>
        </p:nvSpPr>
        <p:spPr>
          <a:xfrm>
            <a:off x="8523711" y="3539448"/>
            <a:ext cx="168250" cy="20060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1C768919-0874-5F97-C160-ED4B0BD19F52}"/>
              </a:ext>
            </a:extLst>
          </p:cNvPr>
          <p:cNvSpPr txBox="1"/>
          <p:nvPr/>
        </p:nvSpPr>
        <p:spPr>
          <a:xfrm>
            <a:off x="3138785" y="4784040"/>
            <a:ext cx="15874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Hyperparameter 1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8A1E8B32-61DF-38DA-D7E1-1EAE6B67BE48}"/>
              </a:ext>
            </a:extLst>
          </p:cNvPr>
          <p:cNvSpPr txBox="1"/>
          <p:nvPr/>
        </p:nvSpPr>
        <p:spPr>
          <a:xfrm>
            <a:off x="7678855" y="4728559"/>
            <a:ext cx="1624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Hyperparameter</a:t>
            </a:r>
            <a:r>
              <a:rPr lang="en-GB" dirty="0"/>
              <a:t> 1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86342EF0-4923-AD50-7536-7647DE0CDA73}"/>
              </a:ext>
            </a:extLst>
          </p:cNvPr>
          <p:cNvSpPr txBox="1"/>
          <p:nvPr/>
        </p:nvSpPr>
        <p:spPr>
          <a:xfrm rot="16200000">
            <a:off x="1256209" y="2790332"/>
            <a:ext cx="1624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Hyperparameter</a:t>
            </a:r>
            <a:r>
              <a:rPr lang="en-GB" dirty="0"/>
              <a:t> 2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5C85A8C9-0F83-8873-B4E9-4C0591AD1837}"/>
              </a:ext>
            </a:extLst>
          </p:cNvPr>
          <p:cNvSpPr txBox="1"/>
          <p:nvPr/>
        </p:nvSpPr>
        <p:spPr>
          <a:xfrm rot="16200000">
            <a:off x="5731659" y="2832962"/>
            <a:ext cx="1624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Hyperparameter</a:t>
            </a:r>
            <a:r>
              <a:rPr lang="en-GB" dirty="0"/>
              <a:t> 2</a:t>
            </a:r>
          </a:p>
        </p:txBody>
      </p:sp>
    </p:spTree>
    <p:extLst>
      <p:ext uri="{BB962C8B-B14F-4D97-AF65-F5344CB8AC3E}">
        <p14:creationId xmlns:p14="http://schemas.microsoft.com/office/powerpoint/2010/main" val="669414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4D657-CBB6-F07A-9C0D-420BF3BD7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roup">
            <a:extLst>
              <a:ext uri="{FF2B5EF4-FFF2-40B4-BE49-F238E27FC236}">
                <a16:creationId xmlns:a16="http://schemas.microsoft.com/office/drawing/2014/main" id="{DB5419E9-6424-FA94-768C-B6475E65A3CB}"/>
              </a:ext>
            </a:extLst>
          </p:cNvPr>
          <p:cNvGrpSpPr/>
          <p:nvPr/>
        </p:nvGrpSpPr>
        <p:grpSpPr>
          <a:xfrm>
            <a:off x="2301106" y="1574280"/>
            <a:ext cx="3106596" cy="3143588"/>
            <a:chOff x="0" y="0"/>
            <a:chExt cx="5873786" cy="5873786"/>
          </a:xfrm>
        </p:grpSpPr>
        <p:sp>
          <p:nvSpPr>
            <p:cNvPr id="89" name="Line">
              <a:extLst>
                <a:ext uri="{FF2B5EF4-FFF2-40B4-BE49-F238E27FC236}">
                  <a16:creationId xmlns:a16="http://schemas.microsoft.com/office/drawing/2014/main" id="{D258E545-EF97-3977-EE15-6CF52D1DCF14}"/>
                </a:ext>
              </a:extLst>
            </p:cNvPr>
            <p:cNvSpPr/>
            <p:nvPr/>
          </p:nvSpPr>
          <p:spPr>
            <a:xfrm flipV="1">
              <a:off x="15893" y="0"/>
              <a:ext cx="1" cy="5873787"/>
            </a:xfrm>
            <a:prstGeom prst="line">
              <a:avLst/>
            </a:prstGeom>
            <a:noFill/>
            <a:ln w="1016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90" name="Line">
              <a:extLst>
                <a:ext uri="{FF2B5EF4-FFF2-40B4-BE49-F238E27FC236}">
                  <a16:creationId xmlns:a16="http://schemas.microsoft.com/office/drawing/2014/main" id="{393EF552-6DB0-C460-5B4D-51006BF561F2}"/>
                </a:ext>
              </a:extLst>
            </p:cNvPr>
            <p:cNvSpPr/>
            <p:nvPr/>
          </p:nvSpPr>
          <p:spPr>
            <a:xfrm>
              <a:off x="0" y="5857893"/>
              <a:ext cx="5873787" cy="1"/>
            </a:xfrm>
            <a:prstGeom prst="line">
              <a:avLst/>
            </a:prstGeom>
            <a:noFill/>
            <a:ln w="1016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sp>
        <p:nvSpPr>
          <p:cNvPr id="103" name="Oval 102">
            <a:extLst>
              <a:ext uri="{FF2B5EF4-FFF2-40B4-BE49-F238E27FC236}">
                <a16:creationId xmlns:a16="http://schemas.microsoft.com/office/drawing/2014/main" id="{F56BD842-62C7-6E36-D8D9-C6AAD00E4D70}"/>
              </a:ext>
            </a:extLst>
          </p:cNvPr>
          <p:cNvSpPr/>
          <p:nvPr/>
        </p:nvSpPr>
        <p:spPr>
          <a:xfrm>
            <a:off x="2934483" y="3878097"/>
            <a:ext cx="168250" cy="20060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4C735012-21FB-390B-FC9F-F3B9024E8356}"/>
              </a:ext>
            </a:extLst>
          </p:cNvPr>
          <p:cNvSpPr/>
          <p:nvPr/>
        </p:nvSpPr>
        <p:spPr>
          <a:xfrm>
            <a:off x="3606233" y="3960443"/>
            <a:ext cx="168250" cy="20060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424F1AD3-CCEA-DD5C-7EB9-18D90C7474C4}"/>
              </a:ext>
            </a:extLst>
          </p:cNvPr>
          <p:cNvSpPr/>
          <p:nvPr/>
        </p:nvSpPr>
        <p:spPr>
          <a:xfrm>
            <a:off x="3272329" y="3471959"/>
            <a:ext cx="168250" cy="20060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B8054EC2-79CA-E719-8048-39407A444816}"/>
              </a:ext>
            </a:extLst>
          </p:cNvPr>
          <p:cNvSpPr/>
          <p:nvPr/>
        </p:nvSpPr>
        <p:spPr>
          <a:xfrm>
            <a:off x="3588059" y="2048333"/>
            <a:ext cx="168250" cy="20060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3D392305-04BC-40C7-D117-6B26EDC6EF49}"/>
              </a:ext>
            </a:extLst>
          </p:cNvPr>
          <p:cNvSpPr/>
          <p:nvPr/>
        </p:nvSpPr>
        <p:spPr>
          <a:xfrm>
            <a:off x="4299555" y="3228391"/>
            <a:ext cx="168250" cy="20060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3E790C97-E317-07CE-E8C5-79BF02EE07A8}"/>
              </a:ext>
            </a:extLst>
          </p:cNvPr>
          <p:cNvSpPr/>
          <p:nvPr/>
        </p:nvSpPr>
        <p:spPr>
          <a:xfrm>
            <a:off x="4744530" y="4284751"/>
            <a:ext cx="168250" cy="20060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616A1DBC-170C-95B2-92DB-BA3603418C81}"/>
              </a:ext>
            </a:extLst>
          </p:cNvPr>
          <p:cNvSpPr/>
          <p:nvPr/>
        </p:nvSpPr>
        <p:spPr>
          <a:xfrm>
            <a:off x="2748539" y="2470162"/>
            <a:ext cx="168250" cy="20060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92FD66AD-6AF3-8B63-430D-FF1C10012392}"/>
              </a:ext>
            </a:extLst>
          </p:cNvPr>
          <p:cNvSpPr/>
          <p:nvPr/>
        </p:nvSpPr>
        <p:spPr>
          <a:xfrm>
            <a:off x="2927909" y="2892653"/>
            <a:ext cx="168250" cy="20060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FA64A096-B0D0-8411-7175-127D5C173CCE}"/>
              </a:ext>
            </a:extLst>
          </p:cNvPr>
          <p:cNvSpPr/>
          <p:nvPr/>
        </p:nvSpPr>
        <p:spPr>
          <a:xfrm>
            <a:off x="3849144" y="3860139"/>
            <a:ext cx="168250" cy="20060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B3359F57-915D-E7FF-8981-AFA0BBFC9DF6}"/>
              </a:ext>
            </a:extLst>
          </p:cNvPr>
          <p:cNvSpPr txBox="1"/>
          <p:nvPr/>
        </p:nvSpPr>
        <p:spPr>
          <a:xfrm>
            <a:off x="3659608" y="4779476"/>
            <a:ext cx="335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</a:t>
            </a:r>
            <a:r>
              <a:rPr lang="en-GB" sz="1000" dirty="0"/>
              <a:t>1</a:t>
            </a:r>
            <a:endParaRPr lang="en-GB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045765BE-FB6E-8D07-F5AB-AB11C8E3C2F2}"/>
              </a:ext>
            </a:extLst>
          </p:cNvPr>
          <p:cNvSpPr txBox="1"/>
          <p:nvPr/>
        </p:nvSpPr>
        <p:spPr>
          <a:xfrm rot="16200000">
            <a:off x="1900712" y="2790332"/>
            <a:ext cx="335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</a:t>
            </a:r>
            <a:r>
              <a:rPr lang="en-GB" sz="1000" dirty="0"/>
              <a:t>2</a:t>
            </a:r>
            <a:endParaRPr lang="en-GB" dirty="0"/>
          </a:p>
        </p:txBody>
      </p:sp>
      <p:grpSp>
        <p:nvGrpSpPr>
          <p:cNvPr id="17" name="Group">
            <a:extLst>
              <a:ext uri="{FF2B5EF4-FFF2-40B4-BE49-F238E27FC236}">
                <a16:creationId xmlns:a16="http://schemas.microsoft.com/office/drawing/2014/main" id="{71A0C6AC-E864-CD95-B381-B5A3B2643B69}"/>
              </a:ext>
            </a:extLst>
          </p:cNvPr>
          <p:cNvGrpSpPr/>
          <p:nvPr/>
        </p:nvGrpSpPr>
        <p:grpSpPr>
          <a:xfrm>
            <a:off x="6590286" y="1614210"/>
            <a:ext cx="3106596" cy="3143588"/>
            <a:chOff x="0" y="0"/>
            <a:chExt cx="5873786" cy="5873786"/>
          </a:xfrm>
        </p:grpSpPr>
        <p:sp>
          <p:nvSpPr>
            <p:cNvPr id="18" name="Line">
              <a:extLst>
                <a:ext uri="{FF2B5EF4-FFF2-40B4-BE49-F238E27FC236}">
                  <a16:creationId xmlns:a16="http://schemas.microsoft.com/office/drawing/2014/main" id="{CFE4A465-94B0-8370-B99D-2AAB8F342E60}"/>
                </a:ext>
              </a:extLst>
            </p:cNvPr>
            <p:cNvSpPr/>
            <p:nvPr/>
          </p:nvSpPr>
          <p:spPr>
            <a:xfrm flipV="1">
              <a:off x="15893" y="0"/>
              <a:ext cx="1" cy="5873787"/>
            </a:xfrm>
            <a:prstGeom prst="line">
              <a:avLst/>
            </a:prstGeom>
            <a:noFill/>
            <a:ln w="1016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9" name="Line">
              <a:extLst>
                <a:ext uri="{FF2B5EF4-FFF2-40B4-BE49-F238E27FC236}">
                  <a16:creationId xmlns:a16="http://schemas.microsoft.com/office/drawing/2014/main" id="{AB800FED-83F8-82E3-F469-B8C0B4FDD1BC}"/>
                </a:ext>
              </a:extLst>
            </p:cNvPr>
            <p:cNvSpPr/>
            <p:nvPr/>
          </p:nvSpPr>
          <p:spPr>
            <a:xfrm>
              <a:off x="0" y="5857893"/>
              <a:ext cx="5873787" cy="1"/>
            </a:xfrm>
            <a:prstGeom prst="line">
              <a:avLst/>
            </a:prstGeom>
            <a:noFill/>
            <a:ln w="1016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sp>
        <p:nvSpPr>
          <p:cNvPr id="20" name="Oval 19">
            <a:extLst>
              <a:ext uri="{FF2B5EF4-FFF2-40B4-BE49-F238E27FC236}">
                <a16:creationId xmlns:a16="http://schemas.microsoft.com/office/drawing/2014/main" id="{9A72929A-3D06-9799-ECB3-5512672A0393}"/>
              </a:ext>
            </a:extLst>
          </p:cNvPr>
          <p:cNvSpPr/>
          <p:nvPr/>
        </p:nvSpPr>
        <p:spPr>
          <a:xfrm>
            <a:off x="7223663" y="3918027"/>
            <a:ext cx="168250" cy="20060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717B00D-D9F2-35F9-E631-7B053ECAF312}"/>
              </a:ext>
            </a:extLst>
          </p:cNvPr>
          <p:cNvSpPr/>
          <p:nvPr/>
        </p:nvSpPr>
        <p:spPr>
          <a:xfrm>
            <a:off x="7895413" y="4000373"/>
            <a:ext cx="168250" cy="20060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B66FFFB-3C0D-9ABB-7C6B-4B9175DC7F72}"/>
              </a:ext>
            </a:extLst>
          </p:cNvPr>
          <p:cNvSpPr/>
          <p:nvPr/>
        </p:nvSpPr>
        <p:spPr>
          <a:xfrm>
            <a:off x="7561509" y="3511889"/>
            <a:ext cx="168250" cy="20060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423131A-789C-9800-4B5D-07C587AF3883}"/>
              </a:ext>
            </a:extLst>
          </p:cNvPr>
          <p:cNvSpPr/>
          <p:nvPr/>
        </p:nvSpPr>
        <p:spPr>
          <a:xfrm>
            <a:off x="7877239" y="2088263"/>
            <a:ext cx="168250" cy="20060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1124091-9467-2D68-D252-B83B8A2DFDB7}"/>
              </a:ext>
            </a:extLst>
          </p:cNvPr>
          <p:cNvSpPr/>
          <p:nvPr/>
        </p:nvSpPr>
        <p:spPr>
          <a:xfrm>
            <a:off x="8588735" y="3268321"/>
            <a:ext cx="168250" cy="20060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F56DDF1-1ABE-3FA0-8F52-3FC986B92F59}"/>
              </a:ext>
            </a:extLst>
          </p:cNvPr>
          <p:cNvSpPr/>
          <p:nvPr/>
        </p:nvSpPr>
        <p:spPr>
          <a:xfrm>
            <a:off x="9033710" y="4324681"/>
            <a:ext cx="168250" cy="20060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087B9D5-D4C7-C410-97E6-3768038175CA}"/>
              </a:ext>
            </a:extLst>
          </p:cNvPr>
          <p:cNvSpPr/>
          <p:nvPr/>
        </p:nvSpPr>
        <p:spPr>
          <a:xfrm>
            <a:off x="7037719" y="2510092"/>
            <a:ext cx="168250" cy="20060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2760FAD-7335-BB99-F0FA-23AE6A09C91A}"/>
              </a:ext>
            </a:extLst>
          </p:cNvPr>
          <p:cNvSpPr/>
          <p:nvPr/>
        </p:nvSpPr>
        <p:spPr>
          <a:xfrm>
            <a:off x="7217089" y="2932583"/>
            <a:ext cx="168250" cy="20060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485A37E-06F9-1E3D-1649-36994AEF5166}"/>
              </a:ext>
            </a:extLst>
          </p:cNvPr>
          <p:cNvSpPr/>
          <p:nvPr/>
        </p:nvSpPr>
        <p:spPr>
          <a:xfrm>
            <a:off x="8138324" y="3900069"/>
            <a:ext cx="168250" cy="20060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C8468CD-B3BA-B481-739D-89974B938408}"/>
              </a:ext>
            </a:extLst>
          </p:cNvPr>
          <p:cNvSpPr txBox="1"/>
          <p:nvPr/>
        </p:nvSpPr>
        <p:spPr>
          <a:xfrm>
            <a:off x="7948788" y="4819406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</a:t>
            </a:r>
            <a:r>
              <a:rPr lang="en-GB" sz="10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0ACBF31-0C58-D6B5-37C2-239511B092A5}"/>
              </a:ext>
            </a:extLst>
          </p:cNvPr>
          <p:cNvSpPr txBox="1"/>
          <p:nvPr/>
        </p:nvSpPr>
        <p:spPr>
          <a:xfrm rot="16200000">
            <a:off x="6196304" y="283026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</a:t>
            </a:r>
            <a:r>
              <a:rPr lang="en-GB" sz="1000" dirty="0"/>
              <a:t>2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AD7B365-E364-5443-550E-8989864646FD}"/>
              </a:ext>
            </a:extLst>
          </p:cNvPr>
          <p:cNvCxnSpPr>
            <a:cxnSpLocks/>
            <a:stCxn id="23" idx="2"/>
          </p:cNvCxnSpPr>
          <p:nvPr/>
        </p:nvCxnSpPr>
        <p:spPr>
          <a:xfrm flipH="1" flipV="1">
            <a:off x="6641193" y="2188567"/>
            <a:ext cx="1236046" cy="1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76A4267-B631-4BE2-8F92-F091B6197958}"/>
              </a:ext>
            </a:extLst>
          </p:cNvPr>
          <p:cNvCxnSpPr>
            <a:stCxn id="23" idx="4"/>
          </p:cNvCxnSpPr>
          <p:nvPr/>
        </p:nvCxnSpPr>
        <p:spPr>
          <a:xfrm>
            <a:off x="7961364" y="2288872"/>
            <a:ext cx="0" cy="1079753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9A7F48F-7422-6815-155B-DEFD3778F07B}"/>
              </a:ext>
            </a:extLst>
          </p:cNvPr>
          <p:cNvCxnSpPr>
            <a:stCxn id="24" idx="2"/>
          </p:cNvCxnSpPr>
          <p:nvPr/>
        </p:nvCxnSpPr>
        <p:spPr>
          <a:xfrm flipH="1" flipV="1">
            <a:off x="7979538" y="3368625"/>
            <a:ext cx="609197" cy="1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4428231-28C9-7F82-BD82-9435EB4C4000}"/>
              </a:ext>
            </a:extLst>
          </p:cNvPr>
          <p:cNvCxnSpPr>
            <a:stCxn id="24" idx="4"/>
          </p:cNvCxnSpPr>
          <p:nvPr/>
        </p:nvCxnSpPr>
        <p:spPr>
          <a:xfrm flipH="1">
            <a:off x="8665586" y="3468930"/>
            <a:ext cx="7274" cy="956055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770F858-8C99-6038-6B9C-10B7F62640BB}"/>
              </a:ext>
            </a:extLst>
          </p:cNvPr>
          <p:cNvCxnSpPr>
            <a:stCxn id="25" idx="2"/>
          </p:cNvCxnSpPr>
          <p:nvPr/>
        </p:nvCxnSpPr>
        <p:spPr>
          <a:xfrm flipH="1" flipV="1">
            <a:off x="8672860" y="4424985"/>
            <a:ext cx="360850" cy="1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2BBE227-E75C-F806-35CD-C46D15F0B5EB}"/>
              </a:ext>
            </a:extLst>
          </p:cNvPr>
          <p:cNvCxnSpPr>
            <a:stCxn id="25" idx="4"/>
          </p:cNvCxnSpPr>
          <p:nvPr/>
        </p:nvCxnSpPr>
        <p:spPr>
          <a:xfrm>
            <a:off x="9117835" y="4525290"/>
            <a:ext cx="0" cy="224002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9446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AA384-F32C-FEC9-8313-849BCE161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">
            <a:extLst>
              <a:ext uri="{FF2B5EF4-FFF2-40B4-BE49-F238E27FC236}">
                <a16:creationId xmlns:a16="http://schemas.microsoft.com/office/drawing/2014/main" id="{DA6CE578-18CD-1360-A288-8748F0D6142D}"/>
              </a:ext>
            </a:extLst>
          </p:cNvPr>
          <p:cNvGrpSpPr/>
          <p:nvPr/>
        </p:nvGrpSpPr>
        <p:grpSpPr>
          <a:xfrm>
            <a:off x="2324294" y="1614210"/>
            <a:ext cx="3106596" cy="3143588"/>
            <a:chOff x="0" y="0"/>
            <a:chExt cx="5873786" cy="5873786"/>
          </a:xfrm>
        </p:grpSpPr>
        <p:sp>
          <p:nvSpPr>
            <p:cNvPr id="18" name="Line">
              <a:extLst>
                <a:ext uri="{FF2B5EF4-FFF2-40B4-BE49-F238E27FC236}">
                  <a16:creationId xmlns:a16="http://schemas.microsoft.com/office/drawing/2014/main" id="{40412139-52CB-C066-BF89-C4C68E31CB86}"/>
                </a:ext>
              </a:extLst>
            </p:cNvPr>
            <p:cNvSpPr/>
            <p:nvPr/>
          </p:nvSpPr>
          <p:spPr>
            <a:xfrm flipV="1">
              <a:off x="15893" y="0"/>
              <a:ext cx="1" cy="5873787"/>
            </a:xfrm>
            <a:prstGeom prst="line">
              <a:avLst/>
            </a:prstGeom>
            <a:noFill/>
            <a:ln w="1016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9" name="Line">
              <a:extLst>
                <a:ext uri="{FF2B5EF4-FFF2-40B4-BE49-F238E27FC236}">
                  <a16:creationId xmlns:a16="http://schemas.microsoft.com/office/drawing/2014/main" id="{57878655-BEF1-431E-8CBA-18F6333CBD8D}"/>
                </a:ext>
              </a:extLst>
            </p:cNvPr>
            <p:cNvSpPr/>
            <p:nvPr/>
          </p:nvSpPr>
          <p:spPr>
            <a:xfrm>
              <a:off x="0" y="5857893"/>
              <a:ext cx="5873787" cy="1"/>
            </a:xfrm>
            <a:prstGeom prst="line">
              <a:avLst/>
            </a:prstGeom>
            <a:noFill/>
            <a:ln w="1016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sp>
        <p:nvSpPr>
          <p:cNvPr id="20" name="Oval 19">
            <a:extLst>
              <a:ext uri="{FF2B5EF4-FFF2-40B4-BE49-F238E27FC236}">
                <a16:creationId xmlns:a16="http://schemas.microsoft.com/office/drawing/2014/main" id="{CCD21227-FCF2-9066-2EFF-81D2D0BE0FD5}"/>
              </a:ext>
            </a:extLst>
          </p:cNvPr>
          <p:cNvSpPr/>
          <p:nvPr/>
        </p:nvSpPr>
        <p:spPr>
          <a:xfrm>
            <a:off x="2957671" y="3918027"/>
            <a:ext cx="168250" cy="20060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E1A1D95-E5CC-9CB0-B750-FCF0608FBAA5}"/>
              </a:ext>
            </a:extLst>
          </p:cNvPr>
          <p:cNvSpPr/>
          <p:nvPr/>
        </p:nvSpPr>
        <p:spPr>
          <a:xfrm>
            <a:off x="3629421" y="4000373"/>
            <a:ext cx="168250" cy="20060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4633DBF-7081-13BE-BA0F-2152C10B2CCA}"/>
              </a:ext>
            </a:extLst>
          </p:cNvPr>
          <p:cNvSpPr/>
          <p:nvPr/>
        </p:nvSpPr>
        <p:spPr>
          <a:xfrm>
            <a:off x="3295517" y="3511889"/>
            <a:ext cx="168250" cy="20060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B8235A4-DC95-45BE-70DB-A2C6214A2112}"/>
              </a:ext>
            </a:extLst>
          </p:cNvPr>
          <p:cNvSpPr/>
          <p:nvPr/>
        </p:nvSpPr>
        <p:spPr>
          <a:xfrm>
            <a:off x="3611247" y="2088263"/>
            <a:ext cx="168250" cy="20060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5BADFCA-6A6A-6B63-5CD7-B09EE14015DE}"/>
              </a:ext>
            </a:extLst>
          </p:cNvPr>
          <p:cNvSpPr/>
          <p:nvPr/>
        </p:nvSpPr>
        <p:spPr>
          <a:xfrm>
            <a:off x="4322743" y="3268321"/>
            <a:ext cx="168250" cy="20060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A0B71B0-3BE6-B562-1B0B-0EF209E1DF3D}"/>
              </a:ext>
            </a:extLst>
          </p:cNvPr>
          <p:cNvSpPr/>
          <p:nvPr/>
        </p:nvSpPr>
        <p:spPr>
          <a:xfrm>
            <a:off x="4767718" y="4324681"/>
            <a:ext cx="168250" cy="20060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D0433A0-C444-EFE0-B008-7C79E2F33A36}"/>
              </a:ext>
            </a:extLst>
          </p:cNvPr>
          <p:cNvSpPr/>
          <p:nvPr/>
        </p:nvSpPr>
        <p:spPr>
          <a:xfrm>
            <a:off x="2771727" y="2510092"/>
            <a:ext cx="168250" cy="20060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D2BB2CD-4923-CCCF-AAE8-085F0F1669F3}"/>
              </a:ext>
            </a:extLst>
          </p:cNvPr>
          <p:cNvSpPr/>
          <p:nvPr/>
        </p:nvSpPr>
        <p:spPr>
          <a:xfrm>
            <a:off x="2951097" y="2932583"/>
            <a:ext cx="168250" cy="20060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7647A28-06F9-7ADE-1E07-B6982F875FFD}"/>
              </a:ext>
            </a:extLst>
          </p:cNvPr>
          <p:cNvSpPr/>
          <p:nvPr/>
        </p:nvSpPr>
        <p:spPr>
          <a:xfrm>
            <a:off x="3872332" y="3900069"/>
            <a:ext cx="168250" cy="20060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87D5450-EB45-287C-7641-8A86DAAE6AA0}"/>
              </a:ext>
            </a:extLst>
          </p:cNvPr>
          <p:cNvSpPr txBox="1"/>
          <p:nvPr/>
        </p:nvSpPr>
        <p:spPr>
          <a:xfrm>
            <a:off x="3671552" y="4819406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</a:t>
            </a:r>
            <a:r>
              <a:rPr lang="en-GB" sz="10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ADA4146-5DBA-B59E-2ABF-710D93138353}"/>
              </a:ext>
            </a:extLst>
          </p:cNvPr>
          <p:cNvSpPr txBox="1"/>
          <p:nvPr/>
        </p:nvSpPr>
        <p:spPr>
          <a:xfrm rot="16200000">
            <a:off x="1930312" y="283026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</a:t>
            </a:r>
            <a:r>
              <a:rPr lang="en-GB" sz="1000" dirty="0"/>
              <a:t>2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E279009-0763-24E7-9A86-BCF4BC3B6D7A}"/>
              </a:ext>
            </a:extLst>
          </p:cNvPr>
          <p:cNvCxnSpPr>
            <a:cxnSpLocks/>
            <a:stCxn id="23" idx="2"/>
          </p:cNvCxnSpPr>
          <p:nvPr/>
        </p:nvCxnSpPr>
        <p:spPr>
          <a:xfrm flipH="1" flipV="1">
            <a:off x="2375201" y="2188567"/>
            <a:ext cx="1236046" cy="1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1330CA8-BB4E-F02C-588A-18C5738A43BA}"/>
              </a:ext>
            </a:extLst>
          </p:cNvPr>
          <p:cNvCxnSpPr>
            <a:stCxn id="23" idx="4"/>
          </p:cNvCxnSpPr>
          <p:nvPr/>
        </p:nvCxnSpPr>
        <p:spPr>
          <a:xfrm>
            <a:off x="3695372" y="2288872"/>
            <a:ext cx="0" cy="1079753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CE181D0-59FB-3032-D48A-B3402E143398}"/>
              </a:ext>
            </a:extLst>
          </p:cNvPr>
          <p:cNvCxnSpPr>
            <a:stCxn id="24" idx="2"/>
          </p:cNvCxnSpPr>
          <p:nvPr/>
        </p:nvCxnSpPr>
        <p:spPr>
          <a:xfrm flipH="1" flipV="1">
            <a:off x="3713546" y="3368625"/>
            <a:ext cx="609197" cy="1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06A0B6C-1BC0-B644-03C0-024A4BD583B9}"/>
              </a:ext>
            </a:extLst>
          </p:cNvPr>
          <p:cNvCxnSpPr>
            <a:stCxn id="24" idx="4"/>
          </p:cNvCxnSpPr>
          <p:nvPr/>
        </p:nvCxnSpPr>
        <p:spPr>
          <a:xfrm flipH="1">
            <a:off x="4399594" y="3468930"/>
            <a:ext cx="7274" cy="956055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4ED5258-B76F-E467-87FC-A75B7863E12C}"/>
              </a:ext>
            </a:extLst>
          </p:cNvPr>
          <p:cNvCxnSpPr>
            <a:stCxn id="25" idx="2"/>
          </p:cNvCxnSpPr>
          <p:nvPr/>
        </p:nvCxnSpPr>
        <p:spPr>
          <a:xfrm flipH="1" flipV="1">
            <a:off x="4406868" y="4424985"/>
            <a:ext cx="360850" cy="1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3FA4D60-5530-B4D1-2F6E-1B3A0FDD38A4}"/>
              </a:ext>
            </a:extLst>
          </p:cNvPr>
          <p:cNvCxnSpPr>
            <a:stCxn id="25" idx="4"/>
          </p:cNvCxnSpPr>
          <p:nvPr/>
        </p:nvCxnSpPr>
        <p:spPr>
          <a:xfrm>
            <a:off x="4851843" y="4525290"/>
            <a:ext cx="0" cy="224002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416BD119-2D39-D6F0-F931-CCAF5AC2CE4B}"/>
              </a:ext>
            </a:extLst>
          </p:cNvPr>
          <p:cNvSpPr/>
          <p:nvPr/>
        </p:nvSpPr>
        <p:spPr>
          <a:xfrm>
            <a:off x="3797671" y="2743405"/>
            <a:ext cx="168250" cy="20060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AB1B776-47BB-92FA-1F90-F3EA0C13D6C1}"/>
              </a:ext>
            </a:extLst>
          </p:cNvPr>
          <p:cNvSpPr/>
          <p:nvPr/>
        </p:nvSpPr>
        <p:spPr>
          <a:xfrm>
            <a:off x="4645350" y="3699460"/>
            <a:ext cx="168250" cy="20060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70B867A-DD79-137B-9746-FFAA32542677}"/>
              </a:ext>
            </a:extLst>
          </p:cNvPr>
          <p:cNvSpPr/>
          <p:nvPr/>
        </p:nvSpPr>
        <p:spPr>
          <a:xfrm>
            <a:off x="3294878" y="2689735"/>
            <a:ext cx="168250" cy="200609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grpSp>
        <p:nvGrpSpPr>
          <p:cNvPr id="12" name="Group">
            <a:extLst>
              <a:ext uri="{FF2B5EF4-FFF2-40B4-BE49-F238E27FC236}">
                <a16:creationId xmlns:a16="http://schemas.microsoft.com/office/drawing/2014/main" id="{F7F4EE90-18FD-3CA3-2254-BB94DCA9C0F5}"/>
              </a:ext>
            </a:extLst>
          </p:cNvPr>
          <p:cNvGrpSpPr/>
          <p:nvPr/>
        </p:nvGrpSpPr>
        <p:grpSpPr>
          <a:xfrm>
            <a:off x="6644890" y="1575906"/>
            <a:ext cx="3106596" cy="3143588"/>
            <a:chOff x="0" y="0"/>
            <a:chExt cx="5873786" cy="5873786"/>
          </a:xfrm>
        </p:grpSpPr>
        <p:sp>
          <p:nvSpPr>
            <p:cNvPr id="13" name="Line">
              <a:extLst>
                <a:ext uri="{FF2B5EF4-FFF2-40B4-BE49-F238E27FC236}">
                  <a16:creationId xmlns:a16="http://schemas.microsoft.com/office/drawing/2014/main" id="{32B72703-4BFF-3444-832B-61A651E467F2}"/>
                </a:ext>
              </a:extLst>
            </p:cNvPr>
            <p:cNvSpPr/>
            <p:nvPr/>
          </p:nvSpPr>
          <p:spPr>
            <a:xfrm flipV="1">
              <a:off x="15893" y="0"/>
              <a:ext cx="1" cy="5873787"/>
            </a:xfrm>
            <a:prstGeom prst="line">
              <a:avLst/>
            </a:prstGeom>
            <a:noFill/>
            <a:ln w="1016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4" name="Line">
              <a:extLst>
                <a:ext uri="{FF2B5EF4-FFF2-40B4-BE49-F238E27FC236}">
                  <a16:creationId xmlns:a16="http://schemas.microsoft.com/office/drawing/2014/main" id="{9C7623CC-A2F2-2246-9CC3-80FCBEAA2508}"/>
                </a:ext>
              </a:extLst>
            </p:cNvPr>
            <p:cNvSpPr/>
            <p:nvPr/>
          </p:nvSpPr>
          <p:spPr>
            <a:xfrm>
              <a:off x="0" y="5857893"/>
              <a:ext cx="5873787" cy="1"/>
            </a:xfrm>
            <a:prstGeom prst="line">
              <a:avLst/>
            </a:prstGeom>
            <a:noFill/>
            <a:ln w="1016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AF04D8AC-5E37-B80F-A17D-6D74284E69F5}"/>
              </a:ext>
            </a:extLst>
          </p:cNvPr>
          <p:cNvSpPr/>
          <p:nvPr/>
        </p:nvSpPr>
        <p:spPr>
          <a:xfrm>
            <a:off x="7278267" y="3879723"/>
            <a:ext cx="168250" cy="20060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2F250D5-E1A7-FD4B-2FF8-5228D7FEBB3D}"/>
              </a:ext>
            </a:extLst>
          </p:cNvPr>
          <p:cNvSpPr/>
          <p:nvPr/>
        </p:nvSpPr>
        <p:spPr>
          <a:xfrm>
            <a:off x="7950017" y="3962069"/>
            <a:ext cx="168250" cy="20060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B489A8C-232E-1250-E79B-33BA0AA5D6AD}"/>
              </a:ext>
            </a:extLst>
          </p:cNvPr>
          <p:cNvSpPr/>
          <p:nvPr/>
        </p:nvSpPr>
        <p:spPr>
          <a:xfrm>
            <a:off x="7616113" y="3473585"/>
            <a:ext cx="168250" cy="20060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CAE08289-F3CC-22A5-DFFF-66D1D4AE69AA}"/>
              </a:ext>
            </a:extLst>
          </p:cNvPr>
          <p:cNvSpPr/>
          <p:nvPr/>
        </p:nvSpPr>
        <p:spPr>
          <a:xfrm>
            <a:off x="7931843" y="2049959"/>
            <a:ext cx="168250" cy="20060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FF276500-4977-582F-662B-0668C137F06A}"/>
              </a:ext>
            </a:extLst>
          </p:cNvPr>
          <p:cNvSpPr/>
          <p:nvPr/>
        </p:nvSpPr>
        <p:spPr>
          <a:xfrm>
            <a:off x="8643339" y="3230017"/>
            <a:ext cx="168250" cy="20060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3821FCB-1B36-9AB1-E3DA-238B580E5D69}"/>
              </a:ext>
            </a:extLst>
          </p:cNvPr>
          <p:cNvSpPr/>
          <p:nvPr/>
        </p:nvSpPr>
        <p:spPr>
          <a:xfrm>
            <a:off x="9088314" y="4286377"/>
            <a:ext cx="168250" cy="20060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A9A8FC2-B348-70DB-1D1C-B7F556367F7E}"/>
              </a:ext>
            </a:extLst>
          </p:cNvPr>
          <p:cNvSpPr/>
          <p:nvPr/>
        </p:nvSpPr>
        <p:spPr>
          <a:xfrm>
            <a:off x="7092323" y="2471788"/>
            <a:ext cx="168250" cy="20060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11F50BB-27C1-1EDB-B050-0AA522F79A0E}"/>
              </a:ext>
            </a:extLst>
          </p:cNvPr>
          <p:cNvSpPr/>
          <p:nvPr/>
        </p:nvSpPr>
        <p:spPr>
          <a:xfrm>
            <a:off x="7271693" y="2894279"/>
            <a:ext cx="168250" cy="20060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7383B28-34AE-A2D5-6774-282B2BAC9ADC}"/>
              </a:ext>
            </a:extLst>
          </p:cNvPr>
          <p:cNvSpPr/>
          <p:nvPr/>
        </p:nvSpPr>
        <p:spPr>
          <a:xfrm>
            <a:off x="8192928" y="3861765"/>
            <a:ext cx="168250" cy="20060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7A6E9AE-B619-A001-4B7D-FE98D2D2791E}"/>
              </a:ext>
            </a:extLst>
          </p:cNvPr>
          <p:cNvSpPr txBox="1"/>
          <p:nvPr/>
        </p:nvSpPr>
        <p:spPr>
          <a:xfrm>
            <a:off x="8003392" y="478110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</a:t>
            </a:r>
            <a:r>
              <a:rPr lang="en-GB" sz="1000" dirty="0"/>
              <a:t>1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859BDB6-4678-9D1F-903F-DB07ACFF2CE0}"/>
              </a:ext>
            </a:extLst>
          </p:cNvPr>
          <p:cNvCxnSpPr>
            <a:cxnSpLocks/>
            <a:stCxn id="38" idx="2"/>
          </p:cNvCxnSpPr>
          <p:nvPr/>
        </p:nvCxnSpPr>
        <p:spPr>
          <a:xfrm flipH="1" flipV="1">
            <a:off x="6695797" y="2150263"/>
            <a:ext cx="1236046" cy="1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AAE14B2-E234-1E02-2093-D21BE54E5054}"/>
              </a:ext>
            </a:extLst>
          </p:cNvPr>
          <p:cNvCxnSpPr>
            <a:stCxn id="38" idx="4"/>
          </p:cNvCxnSpPr>
          <p:nvPr/>
        </p:nvCxnSpPr>
        <p:spPr>
          <a:xfrm>
            <a:off x="8015968" y="2250568"/>
            <a:ext cx="0" cy="1079753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646B160-E535-8274-99DA-8F38C2ACA9B7}"/>
              </a:ext>
            </a:extLst>
          </p:cNvPr>
          <p:cNvCxnSpPr>
            <a:stCxn id="39" idx="2"/>
          </p:cNvCxnSpPr>
          <p:nvPr/>
        </p:nvCxnSpPr>
        <p:spPr>
          <a:xfrm flipH="1" flipV="1">
            <a:off x="8034142" y="3330321"/>
            <a:ext cx="609197" cy="1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98B04C4-0EF4-EA20-812D-6A2B34DBA951}"/>
              </a:ext>
            </a:extLst>
          </p:cNvPr>
          <p:cNvCxnSpPr>
            <a:stCxn id="39" idx="4"/>
          </p:cNvCxnSpPr>
          <p:nvPr/>
        </p:nvCxnSpPr>
        <p:spPr>
          <a:xfrm flipH="1">
            <a:off x="8720190" y="3430626"/>
            <a:ext cx="7274" cy="956055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2F028AB-376A-7EB9-4668-C750A7C31FFC}"/>
              </a:ext>
            </a:extLst>
          </p:cNvPr>
          <p:cNvCxnSpPr>
            <a:stCxn id="40" idx="2"/>
          </p:cNvCxnSpPr>
          <p:nvPr/>
        </p:nvCxnSpPr>
        <p:spPr>
          <a:xfrm flipH="1" flipV="1">
            <a:off x="8727464" y="4386681"/>
            <a:ext cx="360850" cy="1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5E80F0E-D154-2D18-EDAB-911A8F4F76C7}"/>
              </a:ext>
            </a:extLst>
          </p:cNvPr>
          <p:cNvCxnSpPr>
            <a:stCxn id="40" idx="4"/>
          </p:cNvCxnSpPr>
          <p:nvPr/>
        </p:nvCxnSpPr>
        <p:spPr>
          <a:xfrm>
            <a:off x="9172439" y="4486986"/>
            <a:ext cx="0" cy="224002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71C423E1-E280-02A2-2B35-29FAC87072E2}"/>
              </a:ext>
            </a:extLst>
          </p:cNvPr>
          <p:cNvSpPr/>
          <p:nvPr/>
        </p:nvSpPr>
        <p:spPr>
          <a:xfrm>
            <a:off x="8118267" y="2705101"/>
            <a:ext cx="168250" cy="20060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400582C4-5941-F104-B18D-301A57D28C7E}"/>
              </a:ext>
            </a:extLst>
          </p:cNvPr>
          <p:cNvSpPr/>
          <p:nvPr/>
        </p:nvSpPr>
        <p:spPr>
          <a:xfrm>
            <a:off x="8965946" y="3661156"/>
            <a:ext cx="168250" cy="20060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F21DD93B-3AA2-04DC-965E-C09F6D5238B9}"/>
              </a:ext>
            </a:extLst>
          </p:cNvPr>
          <p:cNvSpPr/>
          <p:nvPr/>
        </p:nvSpPr>
        <p:spPr>
          <a:xfrm>
            <a:off x="6479040" y="4525290"/>
            <a:ext cx="377023" cy="369321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D41A3DDD-FB79-AD66-6C80-EF7597381595}"/>
                  </a:ext>
                </a:extLst>
              </p14:cNvPr>
              <p14:cNvContentPartPr/>
              <p14:nvPr/>
            </p14:nvContentPartPr>
            <p14:xfrm flipH="1" flipV="1">
              <a:off x="6742596" y="4394489"/>
              <a:ext cx="636120" cy="23040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D41A3DDD-FB79-AD66-6C80-EF759738159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 flipH="1" flipV="1">
                <a:off x="6688926" y="4286849"/>
                <a:ext cx="743821" cy="44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A662F253-CAEC-3EF5-F955-095E3277829A}"/>
                  </a:ext>
                </a:extLst>
              </p14:cNvPr>
              <p14:cNvContentPartPr/>
              <p14:nvPr/>
            </p14:nvContentPartPr>
            <p14:xfrm>
              <a:off x="7393116" y="4498169"/>
              <a:ext cx="489240" cy="6372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A662F253-CAEC-3EF5-F955-095E3277829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339476" y="4390529"/>
                <a:ext cx="596880" cy="27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57DE8E6F-6E33-0697-0F2F-46A2E205C584}"/>
                  </a:ext>
                </a:extLst>
              </p14:cNvPr>
              <p14:cNvContentPartPr/>
              <p14:nvPr/>
            </p14:nvContentPartPr>
            <p14:xfrm>
              <a:off x="7385556" y="4551809"/>
              <a:ext cx="482400" cy="1764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57DE8E6F-6E33-0697-0F2F-46A2E205C58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331556" y="4443809"/>
                <a:ext cx="59004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41A38BA0-7622-CD99-412F-3BF94568C80C}"/>
                  </a:ext>
                </a:extLst>
              </p14:cNvPr>
              <p14:cNvContentPartPr/>
              <p14:nvPr/>
            </p14:nvContentPartPr>
            <p14:xfrm>
              <a:off x="7945716" y="4537049"/>
              <a:ext cx="514080" cy="3096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41A38BA0-7622-CD99-412F-3BF94568C80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892076" y="4429049"/>
                <a:ext cx="62172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BE3599EC-8AC9-4F28-4D5E-CE35CCF94CE2}"/>
                  </a:ext>
                </a:extLst>
              </p14:cNvPr>
              <p14:cNvContentPartPr/>
              <p14:nvPr/>
            </p14:nvContentPartPr>
            <p14:xfrm>
              <a:off x="8060196" y="4536329"/>
              <a:ext cx="345600" cy="3096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BE3599EC-8AC9-4F28-4D5E-CE35CCF94CE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006196" y="4428689"/>
                <a:ext cx="45324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639DDE7C-B9E0-2050-A9FD-02E72D4F9577}"/>
                  </a:ext>
                </a:extLst>
              </p14:cNvPr>
              <p14:cNvContentPartPr/>
              <p14:nvPr/>
            </p14:nvContentPartPr>
            <p14:xfrm>
              <a:off x="8542236" y="4527689"/>
              <a:ext cx="542520" cy="2988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639DDE7C-B9E0-2050-A9FD-02E72D4F957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488596" y="4420049"/>
                <a:ext cx="650160" cy="2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97AC7281-3FA6-6903-3D47-56BDB0765D51}"/>
                  </a:ext>
                </a:extLst>
              </p14:cNvPr>
              <p14:cNvContentPartPr/>
              <p14:nvPr/>
            </p14:nvContentPartPr>
            <p14:xfrm>
              <a:off x="8608116" y="4552169"/>
              <a:ext cx="506880" cy="8064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97AC7281-3FA6-6903-3D47-56BDB0765D5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554476" y="4444529"/>
                <a:ext cx="614520" cy="29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D913C0D4-D235-C5D8-E25B-D9FEC7AB6FE9}"/>
                  </a:ext>
                </a:extLst>
              </p14:cNvPr>
              <p14:cNvContentPartPr/>
              <p14:nvPr/>
            </p14:nvContentPartPr>
            <p14:xfrm>
              <a:off x="8733036" y="4493489"/>
              <a:ext cx="333000" cy="2016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D913C0D4-D235-C5D8-E25B-D9FEC7AB6FE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679036" y="4385849"/>
                <a:ext cx="44064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0A2999CE-CC84-C24C-A582-34BE2CE18151}"/>
                  </a:ext>
                </a:extLst>
              </p14:cNvPr>
              <p14:cNvContentPartPr/>
              <p14:nvPr/>
            </p14:nvContentPartPr>
            <p14:xfrm>
              <a:off x="8645196" y="3774569"/>
              <a:ext cx="10080" cy="62136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0A2999CE-CC84-C24C-A582-34BE2CE1815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591196" y="3666569"/>
                <a:ext cx="117720" cy="83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FC8A5D09-CDD4-8DF8-D955-7D036B332D0E}"/>
                  </a:ext>
                </a:extLst>
              </p14:cNvPr>
              <p14:cNvContentPartPr/>
              <p14:nvPr/>
            </p14:nvContentPartPr>
            <p14:xfrm>
              <a:off x="8659956" y="3530129"/>
              <a:ext cx="360" cy="35244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FC8A5D09-CDD4-8DF8-D955-7D036B332D0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605956" y="3422489"/>
                <a:ext cx="108000" cy="56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9F972143-16B7-6522-AE56-894E63B3B355}"/>
                  </a:ext>
                </a:extLst>
              </p14:cNvPr>
              <p14:cNvContentPartPr/>
              <p14:nvPr/>
            </p14:nvContentPartPr>
            <p14:xfrm>
              <a:off x="8571036" y="3456689"/>
              <a:ext cx="54720" cy="1044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9F972143-16B7-6522-AE56-894E63B3B35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517396" y="3349049"/>
                <a:ext cx="16236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D120EE1C-36F6-9A71-2D04-DF8AB8FD7E54}"/>
                  </a:ext>
                </a:extLst>
              </p14:cNvPr>
              <p14:cNvContentPartPr/>
              <p14:nvPr/>
            </p14:nvContentPartPr>
            <p14:xfrm>
              <a:off x="6904596" y="2784209"/>
              <a:ext cx="1160640" cy="119304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D120EE1C-36F6-9A71-2D04-DF8AB8FD7E5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850596" y="2676209"/>
                <a:ext cx="1268280" cy="140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F3D3B356-305C-BD38-9E3A-17C3AF951389}"/>
                  </a:ext>
                </a:extLst>
              </p14:cNvPr>
              <p14:cNvContentPartPr/>
              <p14:nvPr/>
            </p14:nvContentPartPr>
            <p14:xfrm>
              <a:off x="7090356" y="3819209"/>
              <a:ext cx="317880" cy="17100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F3D3B356-305C-BD38-9E3A-17C3AF95138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036716" y="3711209"/>
                <a:ext cx="425520" cy="38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03A964E0-AB8C-D65D-6B9E-1C843CD8EEBD}"/>
                  </a:ext>
                </a:extLst>
              </p14:cNvPr>
              <p14:cNvContentPartPr/>
              <p14:nvPr/>
            </p14:nvContentPartPr>
            <p14:xfrm>
              <a:off x="6737916" y="3917489"/>
              <a:ext cx="1221840" cy="52344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03A964E0-AB8C-D65D-6B9E-1C843CD8EEBD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683916" y="3809489"/>
                <a:ext cx="1329480" cy="73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9CACF398-F458-0410-F438-46C264298EF8}"/>
                  </a:ext>
                </a:extLst>
              </p14:cNvPr>
              <p14:cNvContentPartPr/>
              <p14:nvPr/>
            </p14:nvContentPartPr>
            <p14:xfrm>
              <a:off x="6713436" y="2782769"/>
              <a:ext cx="294480" cy="131508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9CACF398-F458-0410-F438-46C264298EF8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659436" y="2674769"/>
                <a:ext cx="402120" cy="153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751E9DF2-410B-8097-C04E-BCFD7AFBA968}"/>
                  </a:ext>
                </a:extLst>
              </p14:cNvPr>
              <p14:cNvContentPartPr/>
              <p14:nvPr/>
            </p14:nvContentPartPr>
            <p14:xfrm>
              <a:off x="6786876" y="2395769"/>
              <a:ext cx="720" cy="69948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751E9DF2-410B-8097-C04E-BCFD7AFBA968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678876" y="2288129"/>
                <a:ext cx="216000" cy="91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C558E22A-1BB7-E894-0894-926AC378B2A0}"/>
                  </a:ext>
                </a:extLst>
              </p14:cNvPr>
              <p14:cNvContentPartPr/>
              <p14:nvPr/>
            </p14:nvContentPartPr>
            <p14:xfrm>
              <a:off x="6737916" y="2288129"/>
              <a:ext cx="720" cy="31320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C558E22A-1BB7-E894-0894-926AC378B2A0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629916" y="2180489"/>
                <a:ext cx="216000" cy="52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5E54A791-CD62-DAD6-0A4D-5FDEC79506F3}"/>
                  </a:ext>
                </a:extLst>
              </p14:cNvPr>
              <p14:cNvContentPartPr/>
              <p14:nvPr/>
            </p14:nvContentPartPr>
            <p14:xfrm>
              <a:off x="6752676" y="2253209"/>
              <a:ext cx="679680" cy="1620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5E54A791-CD62-DAD6-0A4D-5FDEC79506F3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698676" y="2145209"/>
                <a:ext cx="78732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175B5D75-310B-AA04-5861-1B0A1DD6852F}"/>
                  </a:ext>
                </a:extLst>
              </p14:cNvPr>
              <p14:cNvContentPartPr/>
              <p14:nvPr/>
            </p14:nvContentPartPr>
            <p14:xfrm>
              <a:off x="7437396" y="2268689"/>
              <a:ext cx="513720" cy="1008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175B5D75-310B-AA04-5861-1B0A1DD6852F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383396" y="2161049"/>
                <a:ext cx="621360" cy="22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78A00AD8-55B6-6190-AF77-4AB269D5FCCF}"/>
                  </a:ext>
                </a:extLst>
              </p14:cNvPr>
              <p14:cNvContentPartPr/>
              <p14:nvPr/>
            </p14:nvContentPartPr>
            <p14:xfrm>
              <a:off x="6824676" y="2453729"/>
              <a:ext cx="715320" cy="77400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78A00AD8-55B6-6190-AF77-4AB269D5FCC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771036" y="2345729"/>
                <a:ext cx="822960" cy="98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CA07FF07-4E58-829E-572B-A84DC1302A9F}"/>
                  </a:ext>
                </a:extLst>
              </p14:cNvPr>
              <p14:cNvContentPartPr/>
              <p14:nvPr/>
            </p14:nvContentPartPr>
            <p14:xfrm>
              <a:off x="6793356" y="2738129"/>
              <a:ext cx="336240" cy="34740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CA07FF07-4E58-829E-572B-A84DC1302A9F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6739716" y="2630489"/>
                <a:ext cx="443880" cy="56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0ED26FB3-CD21-35A1-2EB5-4E15B988886B}"/>
                  </a:ext>
                </a:extLst>
              </p14:cNvPr>
              <p14:cNvContentPartPr/>
              <p14:nvPr/>
            </p14:nvContentPartPr>
            <p14:xfrm>
              <a:off x="7199076" y="2772329"/>
              <a:ext cx="541440" cy="75816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0ED26FB3-CD21-35A1-2EB5-4E15B988886B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145436" y="2664689"/>
                <a:ext cx="649080" cy="9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CBF0AB35-F4EF-7B13-A0E9-0E96FD504C37}"/>
                  </a:ext>
                </a:extLst>
              </p14:cNvPr>
              <p14:cNvContentPartPr/>
              <p14:nvPr/>
            </p14:nvContentPartPr>
            <p14:xfrm>
              <a:off x="7912596" y="2459129"/>
              <a:ext cx="28800" cy="86148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CBF0AB35-F4EF-7B13-A0E9-0E96FD504C37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858956" y="2351489"/>
                <a:ext cx="136440" cy="107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56CBFF7A-0B7E-129E-7F6B-E20B5D30E74F}"/>
                  </a:ext>
                </a:extLst>
              </p14:cNvPr>
              <p14:cNvContentPartPr/>
              <p14:nvPr/>
            </p14:nvContentPartPr>
            <p14:xfrm>
              <a:off x="7368276" y="2404409"/>
              <a:ext cx="562320" cy="92556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56CBFF7A-0B7E-129E-7F6B-E20B5D30E74F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314636" y="2296409"/>
                <a:ext cx="669960" cy="114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F3FEBF7C-0629-3B6B-AD1C-72811DBF8D31}"/>
                  </a:ext>
                </a:extLst>
              </p14:cNvPr>
              <p14:cNvContentPartPr/>
              <p14:nvPr/>
            </p14:nvContentPartPr>
            <p14:xfrm>
              <a:off x="7789476" y="3434729"/>
              <a:ext cx="730080" cy="6660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F3FEBF7C-0629-3B6B-AD1C-72811DBF8D31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735476" y="3326729"/>
                <a:ext cx="837720" cy="28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45372275-1EEB-E832-69AA-0399343D5E95}"/>
                  </a:ext>
                </a:extLst>
              </p14:cNvPr>
              <p14:cNvContentPartPr/>
              <p14:nvPr/>
            </p14:nvContentPartPr>
            <p14:xfrm>
              <a:off x="7415796" y="3627689"/>
              <a:ext cx="1236960" cy="37836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45372275-1EEB-E832-69AA-0399343D5E95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361796" y="3519689"/>
                <a:ext cx="1344600" cy="59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D8B7619A-D833-456A-B55C-0EFBF6B852FB}"/>
                  </a:ext>
                </a:extLst>
              </p14:cNvPr>
              <p14:cNvContentPartPr/>
              <p14:nvPr/>
            </p14:nvContentPartPr>
            <p14:xfrm>
              <a:off x="7629996" y="3810569"/>
              <a:ext cx="966600" cy="60372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D8B7619A-D833-456A-B55C-0EFBF6B852FB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576356" y="3702929"/>
                <a:ext cx="1074240" cy="81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6A1E3F2F-8301-BC20-25DE-59948C8B5E6E}"/>
                  </a:ext>
                </a:extLst>
              </p14:cNvPr>
              <p14:cNvContentPartPr/>
              <p14:nvPr/>
            </p14:nvContentPartPr>
            <p14:xfrm>
              <a:off x="7920156" y="3171569"/>
              <a:ext cx="21240" cy="14400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6A1E3F2F-8301-BC20-25DE-59948C8B5E6E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866156" y="3063569"/>
                <a:ext cx="128880" cy="35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F16CDAA0-F19A-AFA9-04C0-6ACA79A3FC6D}"/>
                  </a:ext>
                </a:extLst>
              </p14:cNvPr>
              <p14:cNvContentPartPr/>
              <p14:nvPr/>
            </p14:nvContentPartPr>
            <p14:xfrm>
              <a:off x="7940316" y="2463809"/>
              <a:ext cx="10800" cy="60228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F16CDAA0-F19A-AFA9-04C0-6ACA79A3FC6D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886676" y="2356169"/>
                <a:ext cx="118440" cy="81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59520E04-789D-2ECF-E6FB-96403070A279}"/>
                  </a:ext>
                </a:extLst>
              </p14:cNvPr>
              <p14:cNvContentPartPr/>
              <p14:nvPr/>
            </p14:nvContentPartPr>
            <p14:xfrm>
              <a:off x="8727996" y="4508249"/>
              <a:ext cx="360" cy="36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59520E04-789D-2ECF-E6FB-96403070A279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8674356" y="4400249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339C13E6-42A4-583C-E2CE-38D197E512CD}"/>
                  </a:ext>
                </a:extLst>
              </p14:cNvPr>
              <p14:cNvContentPartPr/>
              <p14:nvPr/>
            </p14:nvContentPartPr>
            <p14:xfrm>
              <a:off x="8278356" y="3446969"/>
              <a:ext cx="360" cy="36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339C13E6-42A4-583C-E2CE-38D197E512CD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8224716" y="3339329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30E8726D-30FA-5CD0-E4AE-20CEC52B1BBA}"/>
                  </a:ext>
                </a:extLst>
              </p14:cNvPr>
              <p14:cNvContentPartPr/>
              <p14:nvPr/>
            </p14:nvContentPartPr>
            <p14:xfrm>
              <a:off x="8375916" y="3452009"/>
              <a:ext cx="360" cy="36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30E8726D-30FA-5CD0-E4AE-20CEC52B1BBA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8322276" y="3344369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A656EF39-0AF3-246A-A276-66C364D01C95}"/>
                  </a:ext>
                </a:extLst>
              </p14:cNvPr>
              <p14:cNvContentPartPr/>
              <p14:nvPr/>
            </p14:nvContentPartPr>
            <p14:xfrm>
              <a:off x="8175396" y="3446969"/>
              <a:ext cx="360" cy="36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A656EF39-0AF3-246A-A276-66C364D01C95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8121756" y="3339329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7BBD2F3D-ABCF-A423-90F7-00B0A5F2759C}"/>
                  </a:ext>
                </a:extLst>
              </p14:cNvPr>
              <p14:cNvContentPartPr/>
              <p14:nvPr/>
            </p14:nvContentPartPr>
            <p14:xfrm>
              <a:off x="8063436" y="3442289"/>
              <a:ext cx="360" cy="36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7BBD2F3D-ABCF-A423-90F7-00B0A5F2759C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8009436" y="3334649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A342A00D-749A-A525-0CDC-4A5200DCAB6C}"/>
                  </a:ext>
                </a:extLst>
              </p14:cNvPr>
              <p14:cNvContentPartPr/>
              <p14:nvPr/>
            </p14:nvContentPartPr>
            <p14:xfrm>
              <a:off x="7955796" y="3329609"/>
              <a:ext cx="360" cy="36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A342A00D-749A-A525-0CDC-4A5200DCAB6C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901796" y="3221969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88D9D839-7908-D071-6FBF-06B969294B0B}"/>
                  </a:ext>
                </a:extLst>
              </p14:cNvPr>
              <p14:cNvContentPartPr/>
              <p14:nvPr/>
            </p14:nvContentPartPr>
            <p14:xfrm>
              <a:off x="7950756" y="2478929"/>
              <a:ext cx="360" cy="36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88D9D839-7908-D071-6FBF-06B969294B0B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896756" y="2371289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FAF95462-62FB-DACB-1D65-37B6FD07517A}"/>
                  </a:ext>
                </a:extLst>
              </p14:cNvPr>
              <p14:cNvContentPartPr/>
              <p14:nvPr/>
            </p14:nvContentPartPr>
            <p14:xfrm>
              <a:off x="7950756" y="2664689"/>
              <a:ext cx="360" cy="36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FAF95462-62FB-DACB-1D65-37B6FD07517A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896756" y="2557049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62C6C814-8631-E486-AF94-F1583DDE5AA6}"/>
                  </a:ext>
                </a:extLst>
              </p14:cNvPr>
              <p14:cNvContentPartPr/>
              <p14:nvPr/>
            </p14:nvContentPartPr>
            <p14:xfrm>
              <a:off x="7941036" y="2855489"/>
              <a:ext cx="360" cy="360"/>
            </p14:xfrm>
          </p:contentPart>
        </mc:Choice>
        <mc:Fallback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62C6C814-8631-E486-AF94-F1583DDE5AA6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887036" y="2747489"/>
                <a:ext cx="108000" cy="216000"/>
              </a:xfrm>
              <a:prstGeom prst="rect">
                <a:avLst/>
              </a:prstGeom>
            </p:spPr>
          </p:pic>
        </mc:Fallback>
      </mc:AlternateContent>
      <p:sp>
        <p:nvSpPr>
          <p:cNvPr id="116" name="TextBox 115">
            <a:extLst>
              <a:ext uri="{FF2B5EF4-FFF2-40B4-BE49-F238E27FC236}">
                <a16:creationId xmlns:a16="http://schemas.microsoft.com/office/drawing/2014/main" id="{35B8A544-0A63-C4F8-65C3-70B128EC0181}"/>
              </a:ext>
            </a:extLst>
          </p:cNvPr>
          <p:cNvSpPr txBox="1"/>
          <p:nvPr/>
        </p:nvSpPr>
        <p:spPr>
          <a:xfrm rot="16200000">
            <a:off x="6295893" y="2784371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</a:t>
            </a:r>
            <a:r>
              <a:rPr lang="en-GB" sz="1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007913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D58C4-20EE-8B58-F0C1-503B2044D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">
            <a:extLst>
              <a:ext uri="{FF2B5EF4-FFF2-40B4-BE49-F238E27FC236}">
                <a16:creationId xmlns:a16="http://schemas.microsoft.com/office/drawing/2014/main" id="{AACD4EF4-29D1-C661-3221-9BA7502FABC1}"/>
              </a:ext>
            </a:extLst>
          </p:cNvPr>
          <p:cNvGrpSpPr/>
          <p:nvPr/>
        </p:nvGrpSpPr>
        <p:grpSpPr>
          <a:xfrm>
            <a:off x="1334558" y="1575906"/>
            <a:ext cx="3106596" cy="3143588"/>
            <a:chOff x="0" y="0"/>
            <a:chExt cx="5873786" cy="5873786"/>
          </a:xfrm>
        </p:grpSpPr>
        <p:sp>
          <p:nvSpPr>
            <p:cNvPr id="13" name="Line">
              <a:extLst>
                <a:ext uri="{FF2B5EF4-FFF2-40B4-BE49-F238E27FC236}">
                  <a16:creationId xmlns:a16="http://schemas.microsoft.com/office/drawing/2014/main" id="{52C0AA3C-A0C8-4E04-41EC-2B610790A8E8}"/>
                </a:ext>
              </a:extLst>
            </p:cNvPr>
            <p:cNvSpPr/>
            <p:nvPr/>
          </p:nvSpPr>
          <p:spPr>
            <a:xfrm flipV="1">
              <a:off x="15893" y="0"/>
              <a:ext cx="1" cy="5873787"/>
            </a:xfrm>
            <a:prstGeom prst="line">
              <a:avLst/>
            </a:prstGeom>
            <a:noFill/>
            <a:ln w="1016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4" name="Line">
              <a:extLst>
                <a:ext uri="{FF2B5EF4-FFF2-40B4-BE49-F238E27FC236}">
                  <a16:creationId xmlns:a16="http://schemas.microsoft.com/office/drawing/2014/main" id="{CE3995CC-2390-F5D0-FD40-389247A738E6}"/>
                </a:ext>
              </a:extLst>
            </p:cNvPr>
            <p:cNvSpPr/>
            <p:nvPr/>
          </p:nvSpPr>
          <p:spPr>
            <a:xfrm>
              <a:off x="0" y="5857893"/>
              <a:ext cx="5873787" cy="1"/>
            </a:xfrm>
            <a:prstGeom prst="line">
              <a:avLst/>
            </a:prstGeom>
            <a:noFill/>
            <a:ln w="1016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ABD436A5-7C97-3FA2-00B1-F8583FB8BB14}"/>
              </a:ext>
            </a:extLst>
          </p:cNvPr>
          <p:cNvSpPr/>
          <p:nvPr/>
        </p:nvSpPr>
        <p:spPr>
          <a:xfrm>
            <a:off x="1967935" y="3879723"/>
            <a:ext cx="168250" cy="20060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3842417-31EF-C627-E2C5-D517B9D5C207}"/>
              </a:ext>
            </a:extLst>
          </p:cNvPr>
          <p:cNvSpPr/>
          <p:nvPr/>
        </p:nvSpPr>
        <p:spPr>
          <a:xfrm>
            <a:off x="2639685" y="3962069"/>
            <a:ext cx="168250" cy="20060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39CCD7F0-4C36-5D05-073A-49DF75725AC4}"/>
              </a:ext>
            </a:extLst>
          </p:cNvPr>
          <p:cNvSpPr/>
          <p:nvPr/>
        </p:nvSpPr>
        <p:spPr>
          <a:xfrm>
            <a:off x="2305781" y="3473585"/>
            <a:ext cx="168250" cy="20060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6762F45-69FF-9EBF-9A4B-942DFBEB9695}"/>
              </a:ext>
            </a:extLst>
          </p:cNvPr>
          <p:cNvSpPr/>
          <p:nvPr/>
        </p:nvSpPr>
        <p:spPr>
          <a:xfrm>
            <a:off x="2621511" y="2049959"/>
            <a:ext cx="168250" cy="20060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97802108-D4AF-F8EB-D61B-4B9CFF18F9FD}"/>
              </a:ext>
            </a:extLst>
          </p:cNvPr>
          <p:cNvSpPr/>
          <p:nvPr/>
        </p:nvSpPr>
        <p:spPr>
          <a:xfrm>
            <a:off x="3333007" y="3230017"/>
            <a:ext cx="168250" cy="20060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B05E5D84-5F0E-A5A2-EE6A-895BDE9A1A73}"/>
              </a:ext>
            </a:extLst>
          </p:cNvPr>
          <p:cNvSpPr/>
          <p:nvPr/>
        </p:nvSpPr>
        <p:spPr>
          <a:xfrm>
            <a:off x="3777982" y="4286377"/>
            <a:ext cx="168250" cy="200609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57664E3-730D-A25A-34E7-885846CEBCA5}"/>
              </a:ext>
            </a:extLst>
          </p:cNvPr>
          <p:cNvSpPr/>
          <p:nvPr/>
        </p:nvSpPr>
        <p:spPr>
          <a:xfrm>
            <a:off x="1781991" y="2471788"/>
            <a:ext cx="168250" cy="20060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0BA7C75-7D75-1F2A-3B3D-43E5F6924467}"/>
              </a:ext>
            </a:extLst>
          </p:cNvPr>
          <p:cNvSpPr/>
          <p:nvPr/>
        </p:nvSpPr>
        <p:spPr>
          <a:xfrm>
            <a:off x="1961361" y="2894279"/>
            <a:ext cx="168250" cy="20060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15FA672-8303-D064-BC6E-3AB43C50A616}"/>
              </a:ext>
            </a:extLst>
          </p:cNvPr>
          <p:cNvSpPr/>
          <p:nvPr/>
        </p:nvSpPr>
        <p:spPr>
          <a:xfrm>
            <a:off x="2882596" y="3861765"/>
            <a:ext cx="168250" cy="200609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45ABF73-4FD4-4046-83E3-A10B347E1FF5}"/>
              </a:ext>
            </a:extLst>
          </p:cNvPr>
          <p:cNvSpPr txBox="1"/>
          <p:nvPr/>
        </p:nvSpPr>
        <p:spPr>
          <a:xfrm>
            <a:off x="2693060" y="478110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</a:t>
            </a:r>
            <a:r>
              <a:rPr lang="en-GB" sz="1000" dirty="0"/>
              <a:t>1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5948DBC-6BF0-FEF1-159B-AD31AB66CBB3}"/>
              </a:ext>
            </a:extLst>
          </p:cNvPr>
          <p:cNvCxnSpPr>
            <a:cxnSpLocks/>
            <a:stCxn id="38" idx="2"/>
          </p:cNvCxnSpPr>
          <p:nvPr/>
        </p:nvCxnSpPr>
        <p:spPr>
          <a:xfrm flipH="1" flipV="1">
            <a:off x="1385465" y="2150263"/>
            <a:ext cx="1236046" cy="1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1464203-3DE9-22B3-D952-B1F4DC5B1DB9}"/>
              </a:ext>
            </a:extLst>
          </p:cNvPr>
          <p:cNvCxnSpPr>
            <a:stCxn id="38" idx="4"/>
          </p:cNvCxnSpPr>
          <p:nvPr/>
        </p:nvCxnSpPr>
        <p:spPr>
          <a:xfrm>
            <a:off x="2705636" y="2250568"/>
            <a:ext cx="0" cy="1079753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14543BA2-D0D0-9621-6745-8A91A923A860}"/>
              </a:ext>
            </a:extLst>
          </p:cNvPr>
          <p:cNvCxnSpPr>
            <a:stCxn id="39" idx="2"/>
          </p:cNvCxnSpPr>
          <p:nvPr/>
        </p:nvCxnSpPr>
        <p:spPr>
          <a:xfrm flipH="1" flipV="1">
            <a:off x="2723810" y="3330321"/>
            <a:ext cx="609197" cy="1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A67AE55-6A4D-A0E2-908D-51A96CEAD275}"/>
              </a:ext>
            </a:extLst>
          </p:cNvPr>
          <p:cNvCxnSpPr>
            <a:stCxn id="39" idx="4"/>
          </p:cNvCxnSpPr>
          <p:nvPr/>
        </p:nvCxnSpPr>
        <p:spPr>
          <a:xfrm flipH="1">
            <a:off x="3409858" y="3430626"/>
            <a:ext cx="7274" cy="956055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62F65242-91A8-8383-857D-5ACD87E15454}"/>
              </a:ext>
            </a:extLst>
          </p:cNvPr>
          <p:cNvCxnSpPr>
            <a:stCxn id="40" idx="2"/>
          </p:cNvCxnSpPr>
          <p:nvPr/>
        </p:nvCxnSpPr>
        <p:spPr>
          <a:xfrm flipH="1" flipV="1">
            <a:off x="3417132" y="4386681"/>
            <a:ext cx="360850" cy="1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DDEF51A5-7F76-4B3D-89BC-FAD88D5CC6C7}"/>
              </a:ext>
            </a:extLst>
          </p:cNvPr>
          <p:cNvCxnSpPr>
            <a:stCxn id="40" idx="4"/>
          </p:cNvCxnSpPr>
          <p:nvPr/>
        </p:nvCxnSpPr>
        <p:spPr>
          <a:xfrm>
            <a:off x="3862107" y="4486986"/>
            <a:ext cx="0" cy="224002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D42B3AA5-1EF9-70F2-2775-2C8189F5876D}"/>
              </a:ext>
            </a:extLst>
          </p:cNvPr>
          <p:cNvSpPr/>
          <p:nvPr/>
        </p:nvSpPr>
        <p:spPr>
          <a:xfrm>
            <a:off x="2807935" y="2705101"/>
            <a:ext cx="168250" cy="20060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5E2151CA-77A1-CC79-50B2-B7230CC35388}"/>
              </a:ext>
            </a:extLst>
          </p:cNvPr>
          <p:cNvSpPr/>
          <p:nvPr/>
        </p:nvSpPr>
        <p:spPr>
          <a:xfrm>
            <a:off x="3655614" y="3661156"/>
            <a:ext cx="168250" cy="20060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57729114-43CA-84D6-CF2C-EB72F57F0884}"/>
              </a:ext>
            </a:extLst>
          </p:cNvPr>
          <p:cNvSpPr/>
          <p:nvPr/>
        </p:nvSpPr>
        <p:spPr>
          <a:xfrm>
            <a:off x="1168708" y="4525290"/>
            <a:ext cx="377023" cy="369321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F139A4BA-BA70-5E40-B5DA-86C5C738FA87}"/>
                  </a:ext>
                </a:extLst>
              </p14:cNvPr>
              <p14:cNvContentPartPr/>
              <p14:nvPr/>
            </p14:nvContentPartPr>
            <p14:xfrm flipH="1" flipV="1">
              <a:off x="1432264" y="4394489"/>
              <a:ext cx="636120" cy="23040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F139A4BA-BA70-5E40-B5DA-86C5C738FA8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 flipH="1" flipV="1">
                <a:off x="1378594" y="4286849"/>
                <a:ext cx="743821" cy="44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DFC580DB-FB46-FBA1-5435-F02E70063FB5}"/>
                  </a:ext>
                </a:extLst>
              </p14:cNvPr>
              <p14:cNvContentPartPr/>
              <p14:nvPr/>
            </p14:nvContentPartPr>
            <p14:xfrm>
              <a:off x="2082784" y="4498169"/>
              <a:ext cx="489240" cy="6372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DFC580DB-FB46-FBA1-5435-F02E70063FB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29144" y="4390529"/>
                <a:ext cx="596880" cy="27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4F6269D7-C4AA-B5DB-0C59-AA34E98AC611}"/>
                  </a:ext>
                </a:extLst>
              </p14:cNvPr>
              <p14:cNvContentPartPr/>
              <p14:nvPr/>
            </p14:nvContentPartPr>
            <p14:xfrm>
              <a:off x="2075224" y="4551809"/>
              <a:ext cx="482400" cy="1764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4F6269D7-C4AA-B5DB-0C59-AA34E98AC61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021224" y="4443809"/>
                <a:ext cx="59004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63B5421E-9BCF-08E2-5B1A-2995CCB274BF}"/>
                  </a:ext>
                </a:extLst>
              </p14:cNvPr>
              <p14:cNvContentPartPr/>
              <p14:nvPr/>
            </p14:nvContentPartPr>
            <p14:xfrm>
              <a:off x="2635384" y="4537049"/>
              <a:ext cx="514080" cy="3096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63B5421E-9BCF-08E2-5B1A-2995CCB274B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581744" y="4429049"/>
                <a:ext cx="62172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796A99BD-D480-5119-79C7-AEFF027CB2E7}"/>
                  </a:ext>
                </a:extLst>
              </p14:cNvPr>
              <p14:cNvContentPartPr/>
              <p14:nvPr/>
            </p14:nvContentPartPr>
            <p14:xfrm>
              <a:off x="2749864" y="4536329"/>
              <a:ext cx="345600" cy="3096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796A99BD-D480-5119-79C7-AEFF027CB2E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695864" y="4428689"/>
                <a:ext cx="45324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CE580752-8E87-98E3-3183-C2CEAF772DEB}"/>
                  </a:ext>
                </a:extLst>
              </p14:cNvPr>
              <p14:cNvContentPartPr/>
              <p14:nvPr/>
            </p14:nvContentPartPr>
            <p14:xfrm>
              <a:off x="3231904" y="4527689"/>
              <a:ext cx="542520" cy="2988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CE580752-8E87-98E3-3183-C2CEAF772DE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178264" y="4420049"/>
                <a:ext cx="650160" cy="2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F841B8CD-6065-54B2-82E3-7B37DC4DEEA7}"/>
                  </a:ext>
                </a:extLst>
              </p14:cNvPr>
              <p14:cNvContentPartPr/>
              <p14:nvPr/>
            </p14:nvContentPartPr>
            <p14:xfrm>
              <a:off x="3297784" y="4552169"/>
              <a:ext cx="506880" cy="8064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F841B8CD-6065-54B2-82E3-7B37DC4DEEA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244144" y="4444529"/>
                <a:ext cx="614520" cy="29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186EB7F4-7583-CDED-62CF-CD738C39D0E5}"/>
                  </a:ext>
                </a:extLst>
              </p14:cNvPr>
              <p14:cNvContentPartPr/>
              <p14:nvPr/>
            </p14:nvContentPartPr>
            <p14:xfrm>
              <a:off x="3422704" y="4493489"/>
              <a:ext cx="333000" cy="2016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186EB7F4-7583-CDED-62CF-CD738C39D0E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368704" y="4385849"/>
                <a:ext cx="44064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784A2F10-AF96-AAEA-BCFE-0668314B498C}"/>
                  </a:ext>
                </a:extLst>
              </p14:cNvPr>
              <p14:cNvContentPartPr/>
              <p14:nvPr/>
            </p14:nvContentPartPr>
            <p14:xfrm>
              <a:off x="3334864" y="3774569"/>
              <a:ext cx="10080" cy="62136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784A2F10-AF96-AAEA-BCFE-0668314B498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280864" y="3666569"/>
                <a:ext cx="117720" cy="83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29FEA740-FC50-76CB-A1EC-E680AF360DCC}"/>
                  </a:ext>
                </a:extLst>
              </p14:cNvPr>
              <p14:cNvContentPartPr/>
              <p14:nvPr/>
            </p14:nvContentPartPr>
            <p14:xfrm>
              <a:off x="3349624" y="3530129"/>
              <a:ext cx="360" cy="35244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29FEA740-FC50-76CB-A1EC-E680AF360DC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295624" y="3422489"/>
                <a:ext cx="108000" cy="56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C150EAF9-8EE7-06C9-B7D5-E857991F4D6C}"/>
                  </a:ext>
                </a:extLst>
              </p14:cNvPr>
              <p14:cNvContentPartPr/>
              <p14:nvPr/>
            </p14:nvContentPartPr>
            <p14:xfrm>
              <a:off x="3260704" y="3456689"/>
              <a:ext cx="54720" cy="1044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C150EAF9-8EE7-06C9-B7D5-E857991F4D6C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207064" y="3349049"/>
                <a:ext cx="16236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99BBB52D-9431-5481-3E77-1747CF940B0D}"/>
                  </a:ext>
                </a:extLst>
              </p14:cNvPr>
              <p14:cNvContentPartPr/>
              <p14:nvPr/>
            </p14:nvContentPartPr>
            <p14:xfrm>
              <a:off x="1594264" y="2784209"/>
              <a:ext cx="1160640" cy="119304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99BBB52D-9431-5481-3E77-1747CF940B0D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540264" y="2676209"/>
                <a:ext cx="1268280" cy="140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E534B438-C99C-3C8C-3B6D-66F165D1B8FB}"/>
                  </a:ext>
                </a:extLst>
              </p14:cNvPr>
              <p14:cNvContentPartPr/>
              <p14:nvPr/>
            </p14:nvContentPartPr>
            <p14:xfrm>
              <a:off x="1780024" y="3819209"/>
              <a:ext cx="317880" cy="17100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E534B438-C99C-3C8C-3B6D-66F165D1B8FB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726384" y="3711209"/>
                <a:ext cx="425520" cy="38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A6029D80-DB63-481B-2FAF-92F6030F6803}"/>
                  </a:ext>
                </a:extLst>
              </p14:cNvPr>
              <p14:cNvContentPartPr/>
              <p14:nvPr/>
            </p14:nvContentPartPr>
            <p14:xfrm>
              <a:off x="1427584" y="3917489"/>
              <a:ext cx="1221840" cy="52344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A6029D80-DB63-481B-2FAF-92F6030F680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373584" y="3809489"/>
                <a:ext cx="1329480" cy="73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53A731F4-7582-7BA4-4A2E-7A2E4D564795}"/>
                  </a:ext>
                </a:extLst>
              </p14:cNvPr>
              <p14:cNvContentPartPr/>
              <p14:nvPr/>
            </p14:nvContentPartPr>
            <p14:xfrm>
              <a:off x="1403104" y="2782769"/>
              <a:ext cx="294480" cy="131508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53A731F4-7582-7BA4-4A2E-7A2E4D564795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349104" y="2674769"/>
                <a:ext cx="402120" cy="153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AF9B92C3-91CF-BCCE-1654-7149083DB1B7}"/>
                  </a:ext>
                </a:extLst>
              </p14:cNvPr>
              <p14:cNvContentPartPr/>
              <p14:nvPr/>
            </p14:nvContentPartPr>
            <p14:xfrm>
              <a:off x="1476544" y="2395769"/>
              <a:ext cx="720" cy="69948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AF9B92C3-91CF-BCCE-1654-7149083DB1B7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368544" y="2288129"/>
                <a:ext cx="216000" cy="91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15397476-5F9D-959A-2122-4B7C804D3F92}"/>
                  </a:ext>
                </a:extLst>
              </p14:cNvPr>
              <p14:cNvContentPartPr/>
              <p14:nvPr/>
            </p14:nvContentPartPr>
            <p14:xfrm>
              <a:off x="1427584" y="2288129"/>
              <a:ext cx="720" cy="31320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15397476-5F9D-959A-2122-4B7C804D3F92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319584" y="2180489"/>
                <a:ext cx="216000" cy="52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ABC13002-8F50-A21E-681F-B877A61C0727}"/>
                  </a:ext>
                </a:extLst>
              </p14:cNvPr>
              <p14:cNvContentPartPr/>
              <p14:nvPr/>
            </p14:nvContentPartPr>
            <p14:xfrm>
              <a:off x="1442344" y="2253209"/>
              <a:ext cx="679680" cy="1620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ABC13002-8F50-A21E-681F-B877A61C0727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388344" y="2145209"/>
                <a:ext cx="78732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A0964B51-AF3B-F3C5-948E-93DB60465D82}"/>
                  </a:ext>
                </a:extLst>
              </p14:cNvPr>
              <p14:cNvContentPartPr/>
              <p14:nvPr/>
            </p14:nvContentPartPr>
            <p14:xfrm>
              <a:off x="2127064" y="2268689"/>
              <a:ext cx="513720" cy="1008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A0964B51-AF3B-F3C5-948E-93DB60465D82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073064" y="2161049"/>
                <a:ext cx="621360" cy="22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7D38EBB7-2C5F-CB88-D0C0-235D0E666205}"/>
                  </a:ext>
                </a:extLst>
              </p14:cNvPr>
              <p14:cNvContentPartPr/>
              <p14:nvPr/>
            </p14:nvContentPartPr>
            <p14:xfrm>
              <a:off x="1514344" y="2453729"/>
              <a:ext cx="715320" cy="77400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7D38EBB7-2C5F-CB88-D0C0-235D0E666205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460704" y="2345729"/>
                <a:ext cx="822960" cy="98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03DD03F5-8606-748D-74F4-25235DB06C87}"/>
                  </a:ext>
                </a:extLst>
              </p14:cNvPr>
              <p14:cNvContentPartPr/>
              <p14:nvPr/>
            </p14:nvContentPartPr>
            <p14:xfrm>
              <a:off x="1483024" y="2738129"/>
              <a:ext cx="336240" cy="34740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03DD03F5-8606-748D-74F4-25235DB06C87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429384" y="2630489"/>
                <a:ext cx="443880" cy="56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229BEA20-9D67-6DD1-9A6E-C9406B05B89F}"/>
                  </a:ext>
                </a:extLst>
              </p14:cNvPr>
              <p14:cNvContentPartPr/>
              <p14:nvPr/>
            </p14:nvContentPartPr>
            <p14:xfrm>
              <a:off x="1888744" y="2772329"/>
              <a:ext cx="541440" cy="75816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229BEA20-9D67-6DD1-9A6E-C9406B05B89F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835104" y="2664689"/>
                <a:ext cx="649080" cy="9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2BBDBDC0-50B1-BD80-C3B2-0C29AB0AD814}"/>
                  </a:ext>
                </a:extLst>
              </p14:cNvPr>
              <p14:cNvContentPartPr/>
              <p14:nvPr/>
            </p14:nvContentPartPr>
            <p14:xfrm>
              <a:off x="2602264" y="2459129"/>
              <a:ext cx="28800" cy="86148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2BBDBDC0-50B1-BD80-C3B2-0C29AB0AD814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548624" y="2351489"/>
                <a:ext cx="136440" cy="107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1034D547-8CA1-5DCC-B4B8-58236AD16B95}"/>
                  </a:ext>
                </a:extLst>
              </p14:cNvPr>
              <p14:cNvContentPartPr/>
              <p14:nvPr/>
            </p14:nvContentPartPr>
            <p14:xfrm>
              <a:off x="2057944" y="2404409"/>
              <a:ext cx="562320" cy="92556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1034D547-8CA1-5DCC-B4B8-58236AD16B95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004304" y="2296409"/>
                <a:ext cx="669960" cy="114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DC444A19-1BD0-8576-1D71-65E220214DCE}"/>
                  </a:ext>
                </a:extLst>
              </p14:cNvPr>
              <p14:cNvContentPartPr/>
              <p14:nvPr/>
            </p14:nvContentPartPr>
            <p14:xfrm>
              <a:off x="2479144" y="3434729"/>
              <a:ext cx="730080" cy="6660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DC444A19-1BD0-8576-1D71-65E220214DCE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425144" y="3326729"/>
                <a:ext cx="837720" cy="28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E56E9F9D-FF71-8E15-4B08-914C269E1456}"/>
                  </a:ext>
                </a:extLst>
              </p14:cNvPr>
              <p14:cNvContentPartPr/>
              <p14:nvPr/>
            </p14:nvContentPartPr>
            <p14:xfrm>
              <a:off x="2105464" y="3627689"/>
              <a:ext cx="1236960" cy="37836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E56E9F9D-FF71-8E15-4B08-914C269E1456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051464" y="3519689"/>
                <a:ext cx="1344600" cy="59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3F6C0A55-8409-0A63-25CE-D6EF70ED9BEF}"/>
                  </a:ext>
                </a:extLst>
              </p14:cNvPr>
              <p14:cNvContentPartPr/>
              <p14:nvPr/>
            </p14:nvContentPartPr>
            <p14:xfrm>
              <a:off x="2319664" y="3810569"/>
              <a:ext cx="966600" cy="60372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3F6C0A55-8409-0A63-25CE-D6EF70ED9BEF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2266024" y="3702929"/>
                <a:ext cx="1074240" cy="81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3EC700CE-C863-6517-4130-B1FD8CE2A006}"/>
                  </a:ext>
                </a:extLst>
              </p14:cNvPr>
              <p14:cNvContentPartPr/>
              <p14:nvPr/>
            </p14:nvContentPartPr>
            <p14:xfrm>
              <a:off x="2609824" y="3171569"/>
              <a:ext cx="21240" cy="14400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3EC700CE-C863-6517-4130-B1FD8CE2A006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555824" y="3063569"/>
                <a:ext cx="128880" cy="35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D142BB16-E163-E0DD-8E76-D65CE1A09085}"/>
                  </a:ext>
                </a:extLst>
              </p14:cNvPr>
              <p14:cNvContentPartPr/>
              <p14:nvPr/>
            </p14:nvContentPartPr>
            <p14:xfrm>
              <a:off x="2629984" y="2463809"/>
              <a:ext cx="10800" cy="60228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D142BB16-E163-E0DD-8E76-D65CE1A09085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576344" y="2356169"/>
                <a:ext cx="118440" cy="81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3E276378-9860-EF31-F0FE-D4A30F9EC0E9}"/>
                  </a:ext>
                </a:extLst>
              </p14:cNvPr>
              <p14:cNvContentPartPr/>
              <p14:nvPr/>
            </p14:nvContentPartPr>
            <p14:xfrm>
              <a:off x="3417664" y="4508249"/>
              <a:ext cx="360" cy="36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3E276378-9860-EF31-F0FE-D4A30F9EC0E9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364024" y="4400249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B0955569-BFA4-F51F-F083-8B259A5428A8}"/>
                  </a:ext>
                </a:extLst>
              </p14:cNvPr>
              <p14:cNvContentPartPr/>
              <p14:nvPr/>
            </p14:nvContentPartPr>
            <p14:xfrm>
              <a:off x="2968024" y="3446969"/>
              <a:ext cx="360" cy="36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B0955569-BFA4-F51F-F083-8B259A5428A8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914384" y="3339329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163071C0-BC67-09C9-29D2-5B683655C3E6}"/>
                  </a:ext>
                </a:extLst>
              </p14:cNvPr>
              <p14:cNvContentPartPr/>
              <p14:nvPr/>
            </p14:nvContentPartPr>
            <p14:xfrm>
              <a:off x="3065584" y="3452009"/>
              <a:ext cx="360" cy="36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163071C0-BC67-09C9-29D2-5B683655C3E6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011944" y="3344369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D1315AD3-87FD-258C-18BC-AEDB8554554A}"/>
                  </a:ext>
                </a:extLst>
              </p14:cNvPr>
              <p14:cNvContentPartPr/>
              <p14:nvPr/>
            </p14:nvContentPartPr>
            <p14:xfrm>
              <a:off x="2865064" y="3446969"/>
              <a:ext cx="360" cy="36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D1315AD3-87FD-258C-18BC-AEDB8554554A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811424" y="3339329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EA867C47-2F41-4BE6-D2E2-09EC874A2407}"/>
                  </a:ext>
                </a:extLst>
              </p14:cNvPr>
              <p14:cNvContentPartPr/>
              <p14:nvPr/>
            </p14:nvContentPartPr>
            <p14:xfrm>
              <a:off x="2753104" y="3442289"/>
              <a:ext cx="360" cy="36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EA867C47-2F41-4BE6-D2E2-09EC874A2407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699104" y="3334649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0DCF8786-0453-7AD5-D958-5FBAA7315777}"/>
                  </a:ext>
                </a:extLst>
              </p14:cNvPr>
              <p14:cNvContentPartPr/>
              <p14:nvPr/>
            </p14:nvContentPartPr>
            <p14:xfrm>
              <a:off x="2645464" y="3329609"/>
              <a:ext cx="360" cy="36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0DCF8786-0453-7AD5-D958-5FBAA7315777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591464" y="3221969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A755229A-1527-25F3-49C2-46CA2C95A277}"/>
                  </a:ext>
                </a:extLst>
              </p14:cNvPr>
              <p14:cNvContentPartPr/>
              <p14:nvPr/>
            </p14:nvContentPartPr>
            <p14:xfrm>
              <a:off x="2640424" y="2478929"/>
              <a:ext cx="360" cy="36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A755229A-1527-25F3-49C2-46CA2C95A277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586424" y="2371289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6E72DB18-66C5-9315-43AD-A2B6B55650C2}"/>
                  </a:ext>
                </a:extLst>
              </p14:cNvPr>
              <p14:cNvContentPartPr/>
              <p14:nvPr/>
            </p14:nvContentPartPr>
            <p14:xfrm>
              <a:off x="2640424" y="2664689"/>
              <a:ext cx="360" cy="36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6E72DB18-66C5-9315-43AD-A2B6B55650C2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586424" y="2557049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53279218-2CB8-5D7A-C1CF-C61A8980BA8D}"/>
                  </a:ext>
                </a:extLst>
              </p14:cNvPr>
              <p14:cNvContentPartPr/>
              <p14:nvPr/>
            </p14:nvContentPartPr>
            <p14:xfrm>
              <a:off x="2630704" y="2855489"/>
              <a:ext cx="360" cy="360"/>
            </p14:xfrm>
          </p:contentPart>
        </mc:Choice>
        <mc:Fallback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53279218-2CB8-5D7A-C1CF-C61A8980BA8D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576704" y="2747489"/>
                <a:ext cx="108000" cy="216000"/>
              </a:xfrm>
              <a:prstGeom prst="rect">
                <a:avLst/>
              </a:prstGeom>
            </p:spPr>
          </p:pic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EAC5815-D33A-AEE7-CFA3-5D5A3391FD41}"/>
              </a:ext>
            </a:extLst>
          </p:cNvPr>
          <p:cNvCxnSpPr>
            <a:stCxn id="51" idx="2"/>
          </p:cNvCxnSpPr>
          <p:nvPr/>
        </p:nvCxnSpPr>
        <p:spPr>
          <a:xfrm flipH="1" flipV="1">
            <a:off x="2705636" y="2801168"/>
            <a:ext cx="102299" cy="4238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57C5A8B-FBB3-3B47-2034-1EEA0211D99C}"/>
              </a:ext>
            </a:extLst>
          </p:cNvPr>
          <p:cNvCxnSpPr>
            <a:stCxn id="51" idx="4"/>
          </p:cNvCxnSpPr>
          <p:nvPr/>
        </p:nvCxnSpPr>
        <p:spPr>
          <a:xfrm>
            <a:off x="2892060" y="2905710"/>
            <a:ext cx="4475" cy="423899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CC9A5CBE-B7A9-27DC-CF31-D7739C38E245}"/>
              </a:ext>
            </a:extLst>
          </p:cNvPr>
          <p:cNvCxnSpPr>
            <a:stCxn id="52" idx="2"/>
          </p:cNvCxnSpPr>
          <p:nvPr/>
        </p:nvCxnSpPr>
        <p:spPr>
          <a:xfrm flipH="1" flipV="1">
            <a:off x="3417132" y="3760447"/>
            <a:ext cx="238482" cy="1014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D5B107D9-5E06-F5E9-D266-E892434841A8}"/>
              </a:ext>
            </a:extLst>
          </p:cNvPr>
          <p:cNvCxnSpPr>
            <a:stCxn id="52" idx="4"/>
          </p:cNvCxnSpPr>
          <p:nvPr/>
        </p:nvCxnSpPr>
        <p:spPr>
          <a:xfrm>
            <a:off x="3739739" y="3861765"/>
            <a:ext cx="15965" cy="524916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4FC02DA2-98E8-4582-7474-4E3D6308D8DC}"/>
                  </a:ext>
                </a:extLst>
              </p14:cNvPr>
              <p14:cNvContentPartPr/>
              <p14:nvPr/>
            </p14:nvContentPartPr>
            <p14:xfrm>
              <a:off x="2744699" y="2883730"/>
              <a:ext cx="34920" cy="28080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4FC02DA2-98E8-4582-7474-4E3D6308D8DC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2709059" y="2811730"/>
                <a:ext cx="106560" cy="42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A6CB1F1E-DEFE-F8CE-B36A-5CAF58C4B8F3}"/>
                  </a:ext>
                </a:extLst>
              </p14:cNvPr>
              <p14:cNvContentPartPr/>
              <p14:nvPr/>
            </p14:nvContentPartPr>
            <p14:xfrm>
              <a:off x="2742899" y="3249850"/>
              <a:ext cx="360" cy="36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A6CB1F1E-DEFE-F8CE-B36A-5CAF58C4B8F3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707259" y="3177850"/>
                <a:ext cx="720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42F61436-248E-B312-7B8F-CB513EFC0BF8}"/>
                  </a:ext>
                </a:extLst>
              </p14:cNvPr>
              <p14:cNvContentPartPr/>
              <p14:nvPr/>
            </p14:nvContentPartPr>
            <p14:xfrm>
              <a:off x="2780339" y="3241930"/>
              <a:ext cx="82080" cy="612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42F61436-248E-B312-7B8F-CB513EFC0BF8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744699" y="3170290"/>
                <a:ext cx="153720" cy="14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0A30604C-3E46-5306-537B-E307EA93B81A}"/>
                  </a:ext>
                </a:extLst>
              </p14:cNvPr>
              <p14:cNvContentPartPr/>
              <p14:nvPr/>
            </p14:nvContentPartPr>
            <p14:xfrm>
              <a:off x="2802659" y="3032770"/>
              <a:ext cx="47160" cy="9576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0A30604C-3E46-5306-537B-E307EA93B81A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767019" y="2961130"/>
                <a:ext cx="118800" cy="23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5D5A67AD-41EC-2EAE-1BB2-48DBF8DDF1B0}"/>
                  </a:ext>
                </a:extLst>
              </p14:cNvPr>
              <p14:cNvContentPartPr/>
              <p14:nvPr/>
            </p14:nvContentPartPr>
            <p14:xfrm>
              <a:off x="2845859" y="2978770"/>
              <a:ext cx="360" cy="36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5D5A67AD-41EC-2EAE-1BB2-48DBF8DDF1B0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810219" y="2906770"/>
                <a:ext cx="720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91477CE5-806C-A8F2-24E4-5BE467CCA668}"/>
                  </a:ext>
                </a:extLst>
              </p14:cNvPr>
              <p14:cNvContentPartPr/>
              <p14:nvPr/>
            </p14:nvContentPartPr>
            <p14:xfrm>
              <a:off x="3461099" y="3842410"/>
              <a:ext cx="157680" cy="1368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91477CE5-806C-A8F2-24E4-5BE467CCA668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3425099" y="3770410"/>
                <a:ext cx="229320" cy="15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2BD0081A-B4F7-C2C5-F1A2-C115518BF086}"/>
                  </a:ext>
                </a:extLst>
              </p14:cNvPr>
              <p14:cNvContentPartPr/>
              <p14:nvPr/>
            </p14:nvContentPartPr>
            <p14:xfrm>
              <a:off x="3449219" y="3947170"/>
              <a:ext cx="274320" cy="36576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2BD0081A-B4F7-C2C5-F1A2-C115518BF086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3413219" y="3875530"/>
                <a:ext cx="345960" cy="50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CB0F5374-0F70-F6A5-606E-0A55DDBC0AB5}"/>
                  </a:ext>
                </a:extLst>
              </p14:cNvPr>
              <p14:cNvContentPartPr/>
              <p14:nvPr/>
            </p14:nvContentPartPr>
            <p14:xfrm>
              <a:off x="3721019" y="4236970"/>
              <a:ext cx="360" cy="36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CB0F5374-0F70-F6A5-606E-0A55DDBC0AB5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3685379" y="4165330"/>
                <a:ext cx="720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9613199B-5E38-40DE-5B33-4AEE9F01F8A5}"/>
                  </a:ext>
                </a:extLst>
              </p14:cNvPr>
              <p14:cNvContentPartPr/>
              <p14:nvPr/>
            </p14:nvContentPartPr>
            <p14:xfrm>
              <a:off x="3529139" y="3962290"/>
              <a:ext cx="175320" cy="23184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9613199B-5E38-40DE-5B33-4AEE9F01F8A5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3493499" y="3890650"/>
                <a:ext cx="246960" cy="37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39141835-42C1-8BC7-E764-4D210E38F04D}"/>
                  </a:ext>
                </a:extLst>
              </p14:cNvPr>
              <p14:cNvContentPartPr/>
              <p14:nvPr/>
            </p14:nvContentPartPr>
            <p14:xfrm>
              <a:off x="3694739" y="3932410"/>
              <a:ext cx="360" cy="36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39141835-42C1-8BC7-E764-4D210E38F04D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3659099" y="3860410"/>
                <a:ext cx="720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CEDB50E3-7B31-F8F8-BBA6-28213EC01636}"/>
                  </a:ext>
                </a:extLst>
              </p14:cNvPr>
              <p14:cNvContentPartPr/>
              <p14:nvPr/>
            </p14:nvContentPartPr>
            <p14:xfrm>
              <a:off x="3666659" y="3932410"/>
              <a:ext cx="360" cy="36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CEDB50E3-7B31-F8F8-BBA6-28213EC01636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3631019" y="3860410"/>
                <a:ext cx="720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6B96527D-BAE5-05C2-F201-4CD03D6E25A1}"/>
                  </a:ext>
                </a:extLst>
              </p14:cNvPr>
              <p14:cNvContentPartPr/>
              <p14:nvPr/>
            </p14:nvContentPartPr>
            <p14:xfrm>
              <a:off x="3659459" y="3868690"/>
              <a:ext cx="360" cy="36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6B96527D-BAE5-05C2-F201-4CD03D6E25A1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3641459" y="3833050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3035DCF8-B524-F460-3D5C-923908AF8092}"/>
                  </a:ext>
                </a:extLst>
              </p14:cNvPr>
              <p14:cNvContentPartPr/>
              <p14:nvPr/>
            </p14:nvContentPartPr>
            <p14:xfrm>
              <a:off x="3638579" y="3812890"/>
              <a:ext cx="17280" cy="5256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3035DCF8-B524-F460-3D5C-923908AF8092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3620939" y="3776890"/>
                <a:ext cx="5292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913CDEA7-952E-4ABE-D18D-FCAD0F7E809C}"/>
                  </a:ext>
                </a:extLst>
              </p14:cNvPr>
              <p14:cNvContentPartPr/>
              <p14:nvPr/>
            </p14:nvContentPartPr>
            <p14:xfrm>
              <a:off x="3661259" y="3876250"/>
              <a:ext cx="34200" cy="1872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913CDEA7-952E-4ABE-D18D-FCAD0F7E809C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3643259" y="3840250"/>
                <a:ext cx="69840" cy="9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2023D0F2-D505-8418-C600-C2D6431785D1}"/>
                  </a:ext>
                </a:extLst>
              </p14:cNvPr>
              <p14:cNvContentPartPr/>
              <p14:nvPr/>
            </p14:nvContentPartPr>
            <p14:xfrm>
              <a:off x="2799059" y="2893450"/>
              <a:ext cx="48960" cy="5184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2023D0F2-D505-8418-C600-C2D6431785D1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2781059" y="2857450"/>
                <a:ext cx="84600" cy="1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152C6EED-8580-B786-7E0B-673D02193402}"/>
                  </a:ext>
                </a:extLst>
              </p14:cNvPr>
              <p14:cNvContentPartPr/>
              <p14:nvPr/>
            </p14:nvContentPartPr>
            <p14:xfrm>
              <a:off x="2845859" y="2937370"/>
              <a:ext cx="360" cy="36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152C6EED-8580-B786-7E0B-673D02193402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2828219" y="2901730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7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8E3C6781-6B30-E0BB-2D92-E35BC4B6D3EE}"/>
                  </a:ext>
                </a:extLst>
              </p14:cNvPr>
              <p14:cNvContentPartPr/>
              <p14:nvPr/>
            </p14:nvContentPartPr>
            <p14:xfrm>
              <a:off x="2832899" y="2935570"/>
              <a:ext cx="360" cy="36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8E3C6781-6B30-E0BB-2D92-E35BC4B6D3EE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2814899" y="2899930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AFCA7115-9564-12F0-6F04-3D14B8550F1C}"/>
                  </a:ext>
                </a:extLst>
              </p14:cNvPr>
              <p14:cNvContentPartPr/>
              <p14:nvPr/>
            </p14:nvContentPartPr>
            <p14:xfrm>
              <a:off x="2855219" y="3281530"/>
              <a:ext cx="360" cy="36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AFCA7115-9564-12F0-6F04-3D14B8550F1C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2837219" y="3245890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9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BE6A50A6-05A4-CB5B-8EB1-E32E331732F2}"/>
                  </a:ext>
                </a:extLst>
              </p14:cNvPr>
              <p14:cNvContentPartPr/>
              <p14:nvPr/>
            </p14:nvContentPartPr>
            <p14:xfrm>
              <a:off x="2812019" y="3277930"/>
              <a:ext cx="360" cy="36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BE6A50A6-05A4-CB5B-8EB1-E32E331732F2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2794379" y="3241930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0519430D-DDEB-D7AB-7739-EDAC2C9FCE76}"/>
                  </a:ext>
                </a:extLst>
              </p14:cNvPr>
              <p14:cNvContentPartPr/>
              <p14:nvPr/>
            </p14:nvContentPartPr>
            <p14:xfrm>
              <a:off x="2810219" y="3281530"/>
              <a:ext cx="360" cy="36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0519430D-DDEB-D7AB-7739-EDAC2C9FCE76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2792579" y="3245890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1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D1DBB901-3CF3-D4CA-DC61-7441E47B8D89}"/>
                  </a:ext>
                </a:extLst>
              </p14:cNvPr>
              <p14:cNvContentPartPr/>
              <p14:nvPr/>
            </p14:nvContentPartPr>
            <p14:xfrm>
              <a:off x="2834699" y="3300250"/>
              <a:ext cx="360" cy="36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D1DBB901-3CF3-D4CA-DC61-7441E47B8D89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2816699" y="3264610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083B381A-2E58-30C7-583A-94CF456E885D}"/>
                  </a:ext>
                </a:extLst>
              </p14:cNvPr>
              <p14:cNvContentPartPr/>
              <p14:nvPr/>
            </p14:nvContentPartPr>
            <p14:xfrm>
              <a:off x="2812019" y="3298450"/>
              <a:ext cx="360" cy="360"/>
            </p14:xfrm>
          </p:contentPart>
        </mc:Choice>
        <mc:Fallback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083B381A-2E58-30C7-583A-94CF456E885D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2794379" y="3262450"/>
                <a:ext cx="36000" cy="72000"/>
              </a:xfrm>
              <a:prstGeom prst="rect">
                <a:avLst/>
              </a:prstGeom>
            </p:spPr>
          </p:pic>
        </mc:Fallback>
      </mc:AlternateContent>
      <p:sp>
        <p:nvSpPr>
          <p:cNvPr id="123" name="TextBox 122">
            <a:extLst>
              <a:ext uri="{FF2B5EF4-FFF2-40B4-BE49-F238E27FC236}">
                <a16:creationId xmlns:a16="http://schemas.microsoft.com/office/drawing/2014/main" id="{B683D7C9-8EF2-AC9B-99E9-AD811461D5CD}"/>
              </a:ext>
            </a:extLst>
          </p:cNvPr>
          <p:cNvSpPr txBox="1"/>
          <p:nvPr/>
        </p:nvSpPr>
        <p:spPr>
          <a:xfrm rot="16200000">
            <a:off x="961730" y="2825641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</a:t>
            </a:r>
            <a:r>
              <a:rPr lang="en-GB" sz="1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234534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27</Words>
  <Application>Microsoft Office PowerPoint</Application>
  <PresentationFormat>Widescreen</PresentationFormat>
  <Paragraphs>23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Andrei Paleyes</dc:creator>
  <cp:lastModifiedBy>Andrei Paleyes</cp:lastModifiedBy>
  <cp:revision>2</cp:revision>
  <dcterms:created xsi:type="dcterms:W3CDTF">2026-01-13T02:37:12Z</dcterms:created>
  <dcterms:modified xsi:type="dcterms:W3CDTF">2026-01-13T03:01:22Z</dcterms:modified>
</cp:coreProperties>
</file>